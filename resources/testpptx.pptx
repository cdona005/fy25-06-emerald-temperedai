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0.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modernComment_130_57E7C101.xml" ContentType="application/vnd.ms-powerpoint.comments+xml"/>
  <Override PartName="/ppt/notesSlides/notesSlide16.xml" ContentType="application/vnd.openxmlformats-officedocument.presentationml.notesSlide+xml"/>
  <Override PartName="/ppt/comments/modernComment_10E_0.xml" ContentType="application/vnd.ms-powerpoint.comment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omments/modernComment_131_DFC6570A.xml" ContentType="application/vnd.ms-powerpoint.comment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omments/modernComment_132_82707FF3.xml" ContentType="application/vnd.ms-powerpoint.comment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48"/>
  </p:notesMasterIdLst>
  <p:sldIdLst>
    <p:sldId id="256" r:id="rId2"/>
    <p:sldId id="296" r:id="rId3"/>
    <p:sldId id="282" r:id="rId4"/>
    <p:sldId id="258" r:id="rId5"/>
    <p:sldId id="284" r:id="rId6"/>
    <p:sldId id="285" r:id="rId7"/>
    <p:sldId id="262" r:id="rId8"/>
    <p:sldId id="283" r:id="rId9"/>
    <p:sldId id="302" r:id="rId10"/>
    <p:sldId id="264" r:id="rId11"/>
    <p:sldId id="286" r:id="rId12"/>
    <p:sldId id="287" r:id="rId13"/>
    <p:sldId id="267" r:id="rId14"/>
    <p:sldId id="268" r:id="rId15"/>
    <p:sldId id="288" r:id="rId16"/>
    <p:sldId id="303" r:id="rId17"/>
    <p:sldId id="304" r:id="rId18"/>
    <p:sldId id="270" r:id="rId19"/>
    <p:sldId id="289" r:id="rId20"/>
    <p:sldId id="291" r:id="rId21"/>
    <p:sldId id="297" r:id="rId22"/>
    <p:sldId id="298" r:id="rId23"/>
    <p:sldId id="299" r:id="rId24"/>
    <p:sldId id="305" r:id="rId25"/>
    <p:sldId id="307" r:id="rId26"/>
    <p:sldId id="318" r:id="rId27"/>
    <p:sldId id="328" r:id="rId28"/>
    <p:sldId id="306" r:id="rId29"/>
    <p:sldId id="327" r:id="rId30"/>
    <p:sldId id="310" r:id="rId31"/>
    <p:sldId id="326" r:id="rId32"/>
    <p:sldId id="319" r:id="rId33"/>
    <p:sldId id="325" r:id="rId34"/>
    <p:sldId id="311" r:id="rId35"/>
    <p:sldId id="320" r:id="rId36"/>
    <p:sldId id="308" r:id="rId37"/>
    <p:sldId id="313" r:id="rId38"/>
    <p:sldId id="315" r:id="rId39"/>
    <p:sldId id="316" r:id="rId40"/>
    <p:sldId id="329" r:id="rId41"/>
    <p:sldId id="314" r:id="rId42"/>
    <p:sldId id="309" r:id="rId43"/>
    <p:sldId id="300" r:id="rId44"/>
    <p:sldId id="273" r:id="rId45"/>
    <p:sldId id="281" r:id="rId46"/>
    <p:sldId id="301" r:id="rId4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Introduction" id="{3958A426-60B8-44D1-94E0-7FAD552E7C42}">
          <p14:sldIdLst>
            <p14:sldId id="256"/>
            <p14:sldId id="296"/>
          </p14:sldIdLst>
        </p14:section>
        <p14:section name="Team Bio" id="{0DB936B6-F727-4939-8608-D0AC9B15DD63}">
          <p14:sldIdLst>
            <p14:sldId id="282"/>
          </p14:sldIdLst>
        </p14:section>
        <p14:section name="Elevator Pitch" id="{2B08EDCC-2E2A-45D9-935D-5AA123CA5E52}">
          <p14:sldIdLst>
            <p14:sldId id="258"/>
          </p14:sldIdLst>
        </p14:section>
        <p14:section name="Societal Problem" id="{62A830BF-AFB8-41D1-98DB-EDF7F2648520}">
          <p14:sldIdLst>
            <p14:sldId id="284"/>
            <p14:sldId id="285"/>
            <p14:sldId id="262"/>
          </p14:sldIdLst>
        </p14:section>
        <p14:section name="Problem Solution" id="{CABC82EA-63C7-43D2-AB56-7EB60C89532C}">
          <p14:sldIdLst>
            <p14:sldId id="283"/>
            <p14:sldId id="302"/>
            <p14:sldId id="264"/>
            <p14:sldId id="286"/>
            <p14:sldId id="287"/>
          </p14:sldIdLst>
        </p14:section>
        <p14:section name="Competition Matrix" id="{4450471B-A40E-43D7-96A6-0F8ED9A1428A}">
          <p14:sldIdLst>
            <p14:sldId id="267"/>
          </p14:sldIdLst>
        </p14:section>
        <p14:section name="Development Tools" id="{F6D137AA-9D8B-414A-A2F8-2EBF2A859553}">
          <p14:sldIdLst>
            <p14:sldId id="268"/>
          </p14:sldIdLst>
        </p14:section>
        <p14:section name="Functional Components" id="{53F3AEC7-A90E-45CE-8B0E-56BEE51BC01B}">
          <p14:sldIdLst>
            <p14:sldId id="288"/>
            <p14:sldId id="303"/>
            <p14:sldId id="304"/>
            <p14:sldId id="270"/>
          </p14:sldIdLst>
        </p14:section>
        <p14:section name="Risks" id="{B4FA7EC4-6D19-4EF2-9862-0BBBDE54D7A5}">
          <p14:sldIdLst>
            <p14:sldId id="289"/>
            <p14:sldId id="291"/>
            <p14:sldId id="297"/>
            <p14:sldId id="298"/>
            <p14:sldId id="299"/>
          </p14:sldIdLst>
        </p14:section>
        <p14:section name="Design" id="{C9B457CE-D824-4F22-841E-CEBE5A49B47F}">
          <p14:sldIdLst>
            <p14:sldId id="305"/>
            <p14:sldId id="307"/>
            <p14:sldId id="318"/>
            <p14:sldId id="328"/>
            <p14:sldId id="306"/>
            <p14:sldId id="327"/>
            <p14:sldId id="310"/>
            <p14:sldId id="326"/>
            <p14:sldId id="319"/>
            <p14:sldId id="325"/>
            <p14:sldId id="311"/>
            <p14:sldId id="320"/>
            <p14:sldId id="308"/>
            <p14:sldId id="313"/>
            <p14:sldId id="315"/>
            <p14:sldId id="316"/>
            <p14:sldId id="329"/>
            <p14:sldId id="314"/>
            <p14:sldId id="309"/>
            <p14:sldId id="300"/>
          </p14:sldIdLst>
        </p14:section>
        <p14:section name="References" id="{398BF558-868F-4C9D-950E-6C6F8298373D}">
          <p14:sldIdLst>
            <p14:sldId id="273"/>
          </p14:sldIdLst>
        </p14:section>
        <p14:section name="Appendix" id="{897C31F0-9343-4D6F-BE91-D1B297F4B24A}">
          <p14:sldIdLst>
            <p14:sldId id="281"/>
            <p14:sldId id="301"/>
          </p14:sldIdLst>
        </p14:section>
      </p14:sectionLst>
    </p:ex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65B5D0A-C45C-740B-80B9-E2201A1678D1}" name="SAPP, DILLON" initials="SD" userId="S::dsapp001@odu.edu::e21c63b7-b2a8-4eb9-85b4-5fa4517193a2" providerId="AD"/>
  <p188:author id="{577FD84E-58E6-55D8-DA52-A83C1917B193}" name="GEBREYOHANNES, ZEMI" initials="GZ" userId="S::zgebr001@odu.edu::be8dcc0f-2dca-4988-a0f7-4a126f6afdca" providerId="AD"/>
  <p188:author id="{1351627E-E69B-6D43-D0A2-3E5970ABB304}" name="BIEHN, CHRISTIAN" initials="BC" userId="S::cbieh001@odu.edu::0f195816-4806-4b1d-a2d7-833a3021fd0e" providerId="AD"/>
  <p188:author id="{C83B20A4-1E74-461B-6FB6-520C5BC3062E}" name="THOMAS, BRIANNA" initials="TB" userId="S::bthom083@odu.edu::1ce4cdb3-8226-4d35-ad3c-7bfed2f38224" providerId="AD"/>
  <p188:author id="{C4FF9DBA-CC36-C37E-2EBC-67E88229B922}" name="GIGNAC, ALEX" initials="GA" userId="S::agign001@odu.edu::4610de05-cab3-4613-87e0-4bb40864abbd" providerId="AD"/>
  <p188:author id="{8C8BCAEA-766C-CAA3-5430-AB6CF75EF60A}" name="GILL, HANNAH" initials="GH" userId="S::hgill012@odu.edu::b62abc8a-e3bb-47ee-a21b-fbf75274fb1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2A8"/>
    <a:srgbClr val="FC9432"/>
    <a:srgbClr val="FF80DF"/>
    <a:srgbClr val="FFF7B0"/>
    <a:srgbClr val="FCFFBD"/>
    <a:srgbClr val="FE7070"/>
    <a:srgbClr val="C3F7C8"/>
    <a:srgbClr val="6DB1FF"/>
    <a:srgbClr val="9391FF"/>
    <a:srgbClr val="FFE3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DCC129-FA78-10FD-F6E7-08BCEC8EF8A7}" v="1334" dt="2025-08-07T01:12:29.568"/>
    <p1510:client id="{C2F8FA36-8FA1-908C-8605-0A1A13701067}" v="8" dt="2025-08-06T14:49:56.079"/>
    <p1510:client id="{EF10D329-B293-09B0-B407-5C8901ECA533}" v="105" dt="2025-08-07T17:11:14.8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omments/modernComment_10E_0.xml><?xml version="1.0" encoding="utf-8"?>
<p188:cmLst xmlns:a="http://schemas.openxmlformats.org/drawingml/2006/main" xmlns:r="http://schemas.openxmlformats.org/officeDocument/2006/relationships" xmlns:p188="http://schemas.microsoft.com/office/powerpoint/2018/8/main">
  <p188:cm id="{39A200AA-6E70-49A5-8C2A-A18E5DFE6C48}" authorId="{C83B20A4-1E74-461B-6FB6-520C5BC3062E}" status="resolved" created="2025-06-12T16:58:32.929" complete="100000">
    <pc:sldMkLst xmlns:pc="http://schemas.microsoft.com/office/powerpoint/2013/main/command">
      <pc:docMk/>
      <pc:sldMk cId="0" sldId="270"/>
    </pc:sldMkLst>
    <p188:txBody>
      <a:bodyPr/>
      <a:lstStyle/>
      <a:p>
        <a:r>
          <a:rPr lang="en-US"/>
          <a:t>sooo idk what this is exactly its just my understanding... feel free to change it..</a:t>
        </a:r>
      </a:p>
    </p188:txBody>
  </p188:cm>
</p188:cmLst>
</file>

<file path=ppt/comments/modernComment_100_0.xml><?xml version="1.0" encoding="utf-8"?>
<p188:cmLst xmlns:a="http://schemas.openxmlformats.org/drawingml/2006/main" xmlns:r="http://schemas.openxmlformats.org/officeDocument/2006/relationships" xmlns:p188="http://schemas.microsoft.com/office/powerpoint/2018/8/main">
  <p188:cm id="{742A4314-46D7-4348-ADF2-8D7E918C8B40}" authorId="{C4FF9DBA-CC36-C37E-2EBC-67E88229B922}" status="resolved" created="2025-06-18T19:16:08.488" complete="100000">
    <ac:deMkLst xmlns:ac="http://schemas.microsoft.com/office/drawing/2013/main/command">
      <pc:docMk xmlns:pc="http://schemas.microsoft.com/office/powerpoint/2013/main/command"/>
      <pc:sldMk xmlns:pc="http://schemas.microsoft.com/office/powerpoint/2013/main/command" cId="0" sldId="256"/>
      <ac:spMk id="55" creationId="{00000000-0000-0000-0000-000000000000}"/>
    </ac:deMkLst>
    <p188:replyLst>
      <p188:reply id="{5EA6279A-7869-4376-BD48-2786938E7F18}" authorId="{1351627E-E69B-6D43-D0A2-3E5970ABB304}" created="2025-06-25T08:24:15.482">
        <p188:txBody>
          <a:bodyPr/>
          <a:lstStyle/>
          <a:p>
            <a:r>
              <a:rPr lang="en-US"/>
              <a:t>Both look good, I'd personally go with the corner</a:t>
            </a:r>
          </a:p>
        </p188:txBody>
      </p188:reply>
    </p188:replyLst>
    <p188:txBody>
      <a:bodyPr/>
      <a:lstStyle/>
      <a:p>
        <a:r>
          <a:rPr lang="en-GB"/>
          <a:t>Proposed subheadings either directly below title or in the corner.</a:t>
        </a:r>
      </a:p>
    </p188:txBody>
    <p188:extLst>
      <p:ext xmlns:p="http://schemas.openxmlformats.org/presentationml/2006/main" uri="{57CB4572-C831-44C2-8A1C-0ADB6CCDFE69}">
        <p223:reactions xmlns:p223="http://schemas.microsoft.com/office/powerpoint/2022/03/main">
          <p223:rxn type="👍">
            <p223:instance time="2025-06-25T09:31:26.789" authorId="{1351627E-E69B-6D43-D0A2-3E5970ABB304}"/>
            <p223:instance time="2025-07-02T14:45:05.239" authorId="{C83B20A4-1E74-461B-6FB6-520C5BC3062E}"/>
          </p223:rxn>
        </p223:reactions>
      </p:ext>
    </p188:extLst>
  </p188:cm>
</p188:cmLst>
</file>

<file path=ppt/comments/modernComment_130_57E7C101.xml><?xml version="1.0" encoding="utf-8"?>
<p188:cmLst xmlns:a="http://schemas.openxmlformats.org/drawingml/2006/main" xmlns:r="http://schemas.openxmlformats.org/officeDocument/2006/relationships" xmlns:p188="http://schemas.microsoft.com/office/powerpoint/2018/8/main">
  <p188:cm id="{F1813EE7-2959-4B95-9CAA-A0D2FE972A67}" authorId="{865B5D0A-C45C-740B-80B9-E2201A1678D1}" created="2025-07-23T16:49:35.092">
    <ac:txMkLst xmlns:ac="http://schemas.microsoft.com/office/drawing/2013/main/command">
      <pc:docMk xmlns:pc="http://schemas.microsoft.com/office/powerpoint/2013/main/command"/>
      <pc:sldMk xmlns:pc="http://schemas.microsoft.com/office/powerpoint/2013/main/command" cId="1474806017" sldId="304"/>
      <ac:spMk id="67" creationId="{48A9CD65-137E-32BA-516E-A470E758A07A}"/>
      <ac:txMk cp="329" len="98">
        <ac:context len="429" hash="1271419367"/>
      </ac:txMk>
    </ac:txMkLst>
    <p188:pos x="2408464" y="2800350"/>
    <p188:txBody>
      <a:bodyPr/>
      <a:lstStyle/>
      <a:p>
        <a:r>
          <a:rPr lang="en-US"/>
          <a:t>My greatest concern with this feature is that it incentivizes students to use our platform less, encouraging them to go find the answer directly from another platform.</a:t>
        </a:r>
      </a:p>
    </p188:txBody>
  </p188:cm>
</p188:cmLst>
</file>

<file path=ppt/comments/modernComment_131_DFC6570A.xml><?xml version="1.0" encoding="utf-8"?>
<p188:cmLst xmlns:a="http://schemas.openxmlformats.org/drawingml/2006/main" xmlns:r="http://schemas.openxmlformats.org/officeDocument/2006/relationships" xmlns:p188="http://schemas.microsoft.com/office/powerpoint/2018/8/main">
  <p188:cm id="{7B1F111E-28E0-49C7-88E0-8F44C6C04C31}" authorId="{C83B20A4-1E74-461B-6FB6-520C5BC3062E}" status="resolved" created="2025-07-21T16:15:54.201" complete="100000">
    <ac:deMkLst xmlns:ac="http://schemas.microsoft.com/office/drawing/2013/main/command">
      <pc:docMk xmlns:pc="http://schemas.microsoft.com/office/powerpoint/2013/main/command"/>
      <pc:sldMk xmlns:pc="http://schemas.microsoft.com/office/powerpoint/2013/main/command" cId="3754317578" sldId="305"/>
      <ac:spMk id="13" creationId="{8383477E-E5B5-82C5-9EB3-F5C5C51F142B}"/>
    </ac:deMkLst>
    <p188:txBody>
      <a:bodyPr/>
      <a:lstStyle/>
      <a:p>
        <a:r>
          <a:rPr lang="en-US"/>
          <a:t>Can someone change the color of the bulletins? I can't figure out how to.. 😅</a:t>
        </a:r>
      </a:p>
    </p188:txBody>
  </p188:cm>
</p188:cmLst>
</file>

<file path=ppt/comments/modernComment_132_82707FF3.xml><?xml version="1.0" encoding="utf-8"?>
<p188:cmLst xmlns:a="http://schemas.openxmlformats.org/drawingml/2006/main" xmlns:r="http://schemas.openxmlformats.org/officeDocument/2006/relationships" xmlns:p188="http://schemas.microsoft.com/office/powerpoint/2018/8/main">
  <p188:cm id="{E59E25BA-2CED-4A42-AA28-B0A2E7E752E2}" authorId="{865B5D0A-C45C-740B-80B9-E2201A1678D1}" created="2025-07-22T20:45:21.482">
    <ac:txMkLst xmlns:ac="http://schemas.microsoft.com/office/drawing/2013/main/command">
      <pc:docMk xmlns:pc="http://schemas.microsoft.com/office/powerpoint/2013/main/command"/>
      <pc:sldMk xmlns:pc="http://schemas.microsoft.com/office/powerpoint/2013/main/command" cId="2188410867" sldId="306"/>
      <ac:spMk id="15" creationId="{4E01E76C-0763-F26E-3582-E11895DE61F4}"/>
      <ac:txMk cp="39">
        <ac:context len="679" hash="1619302153"/>
      </ac:txMk>
    </ac:txMkLst>
    <p188:pos x="2849335" y="898071"/>
    <p188:txBody>
      <a:bodyPr/>
      <a:lstStyle/>
      <a:p>
        <a:r>
          <a:rPr lang="en-US"/>
          <a:t>We need to get clarification on what the educator perspective of Canvas looks like. If the solutions are uploaded to Canvas in the same way as the assignments, then we can use the same algorithm for both assignments and solutions. However, if the solutions are somehow separate or less accessible, we may need to implement a separate process for solution documents.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6178e8301b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6178e8301b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6178e8301b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6178e8301b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45C55FBF-EF11-74F8-69C5-0DFC08A4801E}"/>
            </a:ext>
          </a:extLst>
        </p:cNvPr>
        <p:cNvGrpSpPr/>
        <p:nvPr/>
      </p:nvGrpSpPr>
      <p:grpSpPr>
        <a:xfrm>
          <a:off x="0" y="0"/>
          <a:ext cx="0" cy="0"/>
          <a:chOff x="0" y="0"/>
          <a:chExt cx="0" cy="0"/>
        </a:xfrm>
      </p:grpSpPr>
      <p:sp>
        <p:nvSpPr>
          <p:cNvPr id="63" name="Google Shape;63;g36178e8301b_0_7:notes">
            <a:extLst>
              <a:ext uri="{FF2B5EF4-FFF2-40B4-BE49-F238E27FC236}">
                <a16:creationId xmlns:a16="http://schemas.microsoft.com/office/drawing/2014/main" id="{A18A0F0D-DC3A-0037-9FC5-67AA675911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6178e8301b_0_7:notes">
            <a:extLst>
              <a:ext uri="{FF2B5EF4-FFF2-40B4-BE49-F238E27FC236}">
                <a16:creationId xmlns:a16="http://schemas.microsoft.com/office/drawing/2014/main" id="{47EC6F3B-EC97-3A07-6B54-35008E9F6B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38180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2D01D0B6-0602-0DFB-6FD1-2BDAA8809641}"/>
            </a:ext>
          </a:extLst>
        </p:cNvPr>
        <p:cNvGrpSpPr/>
        <p:nvPr/>
      </p:nvGrpSpPr>
      <p:grpSpPr>
        <a:xfrm>
          <a:off x="0" y="0"/>
          <a:ext cx="0" cy="0"/>
          <a:chOff x="0" y="0"/>
          <a:chExt cx="0" cy="0"/>
        </a:xfrm>
      </p:grpSpPr>
      <p:sp>
        <p:nvSpPr>
          <p:cNvPr id="63" name="Google Shape;63;g36178e8301b_0_7:notes">
            <a:extLst>
              <a:ext uri="{FF2B5EF4-FFF2-40B4-BE49-F238E27FC236}">
                <a16:creationId xmlns:a16="http://schemas.microsoft.com/office/drawing/2014/main" id="{946DD3BB-BDA5-51FA-4FE2-AB5F2AE065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6178e8301b_0_7:notes">
            <a:extLst>
              <a:ext uri="{FF2B5EF4-FFF2-40B4-BE49-F238E27FC236}">
                <a16:creationId xmlns:a16="http://schemas.microsoft.com/office/drawing/2014/main" id="{888F3FD5-0A8A-274F-ECA1-F682871C39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7639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6178e8301b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6178e8301b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6C12D7CD-B230-BD06-0433-AA96844F5753}"/>
            </a:ext>
          </a:extLst>
        </p:cNvPr>
        <p:cNvGrpSpPr/>
        <p:nvPr/>
      </p:nvGrpSpPr>
      <p:grpSpPr>
        <a:xfrm>
          <a:off x="0" y="0"/>
          <a:ext cx="0" cy="0"/>
          <a:chOff x="0" y="0"/>
          <a:chExt cx="0" cy="0"/>
        </a:xfrm>
      </p:grpSpPr>
      <p:sp>
        <p:nvSpPr>
          <p:cNvPr id="63" name="Google Shape;63;g36178e8301b_0_7:notes">
            <a:extLst>
              <a:ext uri="{FF2B5EF4-FFF2-40B4-BE49-F238E27FC236}">
                <a16:creationId xmlns:a16="http://schemas.microsoft.com/office/drawing/2014/main" id="{D767AF99-E3EE-2098-9BEE-C6A2BDB700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6178e8301b_0_7:notes">
            <a:extLst>
              <a:ext uri="{FF2B5EF4-FFF2-40B4-BE49-F238E27FC236}">
                <a16:creationId xmlns:a16="http://schemas.microsoft.com/office/drawing/2014/main" id="{19E2547E-FB67-9FDF-21AB-A51F0FE76F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285662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6178e8301b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6178e8301b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CFB19B20-ECF4-78B0-2E2B-E2EE7851C819}"/>
            </a:ext>
          </a:extLst>
        </p:cNvPr>
        <p:cNvGrpSpPr/>
        <p:nvPr/>
      </p:nvGrpSpPr>
      <p:grpSpPr>
        <a:xfrm>
          <a:off x="0" y="0"/>
          <a:ext cx="0" cy="0"/>
          <a:chOff x="0" y="0"/>
          <a:chExt cx="0" cy="0"/>
        </a:xfrm>
      </p:grpSpPr>
      <p:sp>
        <p:nvSpPr>
          <p:cNvPr id="63" name="Google Shape;63;g36178e8301b_0_7:notes">
            <a:extLst>
              <a:ext uri="{FF2B5EF4-FFF2-40B4-BE49-F238E27FC236}">
                <a16:creationId xmlns:a16="http://schemas.microsoft.com/office/drawing/2014/main" id="{18C9FE18-7C8F-827B-524E-61FB710A9C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6178e8301b_0_7:notes">
            <a:extLst>
              <a:ext uri="{FF2B5EF4-FFF2-40B4-BE49-F238E27FC236}">
                <a16:creationId xmlns:a16="http://schemas.microsoft.com/office/drawing/2014/main" id="{C85D5206-9914-0BD8-ACFD-B05B324821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203366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728F9F35-5CFD-604B-1F44-FAC61B566CB7}"/>
            </a:ext>
          </a:extLst>
        </p:cNvPr>
        <p:cNvGrpSpPr/>
        <p:nvPr/>
      </p:nvGrpSpPr>
      <p:grpSpPr>
        <a:xfrm>
          <a:off x="0" y="0"/>
          <a:ext cx="0" cy="0"/>
          <a:chOff x="0" y="0"/>
          <a:chExt cx="0" cy="0"/>
        </a:xfrm>
      </p:grpSpPr>
      <p:sp>
        <p:nvSpPr>
          <p:cNvPr id="63" name="Google Shape;63;g36178e8301b_0_7:notes">
            <a:extLst>
              <a:ext uri="{FF2B5EF4-FFF2-40B4-BE49-F238E27FC236}">
                <a16:creationId xmlns:a16="http://schemas.microsoft.com/office/drawing/2014/main" id="{EA35A429-BBC6-943E-840F-8E19E66E29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6178e8301b_0_7:notes">
            <a:extLst>
              <a:ext uri="{FF2B5EF4-FFF2-40B4-BE49-F238E27FC236}">
                <a16:creationId xmlns:a16="http://schemas.microsoft.com/office/drawing/2014/main" id="{8F3792C0-772F-F8AA-3230-6FFD97CF21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13593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6178e8301b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6178e8301b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6178e8301b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6178e8301b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1A3877AD-C883-584A-7A73-88B00290CAFF}"/>
            </a:ext>
          </a:extLst>
        </p:cNvPr>
        <p:cNvGrpSpPr/>
        <p:nvPr/>
      </p:nvGrpSpPr>
      <p:grpSpPr>
        <a:xfrm>
          <a:off x="0" y="0"/>
          <a:ext cx="0" cy="0"/>
          <a:chOff x="0" y="0"/>
          <a:chExt cx="0" cy="0"/>
        </a:xfrm>
      </p:grpSpPr>
      <p:sp>
        <p:nvSpPr>
          <p:cNvPr id="63" name="Google Shape;63;g36178e8301b_0_7:notes">
            <a:extLst>
              <a:ext uri="{FF2B5EF4-FFF2-40B4-BE49-F238E27FC236}">
                <a16:creationId xmlns:a16="http://schemas.microsoft.com/office/drawing/2014/main" id="{E6E909EC-48AC-BEE8-4E92-219BB0DA68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6178e8301b_0_7:notes">
            <a:extLst>
              <a:ext uri="{FF2B5EF4-FFF2-40B4-BE49-F238E27FC236}">
                <a16:creationId xmlns:a16="http://schemas.microsoft.com/office/drawing/2014/main" id="{13E209C4-2BDC-374A-5B21-BB8DAF9C63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972235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9499B32F-1080-8027-393C-15A644A904B5}"/>
            </a:ext>
          </a:extLst>
        </p:cNvPr>
        <p:cNvGrpSpPr/>
        <p:nvPr/>
      </p:nvGrpSpPr>
      <p:grpSpPr>
        <a:xfrm>
          <a:off x="0" y="0"/>
          <a:ext cx="0" cy="0"/>
          <a:chOff x="0" y="0"/>
          <a:chExt cx="0" cy="0"/>
        </a:xfrm>
      </p:grpSpPr>
      <p:sp>
        <p:nvSpPr>
          <p:cNvPr id="63" name="Google Shape;63;g36178e8301b_0_7:notes">
            <a:extLst>
              <a:ext uri="{FF2B5EF4-FFF2-40B4-BE49-F238E27FC236}">
                <a16:creationId xmlns:a16="http://schemas.microsoft.com/office/drawing/2014/main" id="{21E4889A-9E9E-DE98-9D13-D649DF980C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6178e8301b_0_7:notes">
            <a:extLst>
              <a:ext uri="{FF2B5EF4-FFF2-40B4-BE49-F238E27FC236}">
                <a16:creationId xmlns:a16="http://schemas.microsoft.com/office/drawing/2014/main" id="{916B1DCF-D912-6EAF-153E-678ED6F8AA2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91206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C2E5AC73-034D-D550-DC60-5036017B6388}"/>
            </a:ext>
          </a:extLst>
        </p:cNvPr>
        <p:cNvGrpSpPr/>
        <p:nvPr/>
      </p:nvGrpSpPr>
      <p:grpSpPr>
        <a:xfrm>
          <a:off x="0" y="0"/>
          <a:ext cx="0" cy="0"/>
          <a:chOff x="0" y="0"/>
          <a:chExt cx="0" cy="0"/>
        </a:xfrm>
      </p:grpSpPr>
      <p:sp>
        <p:nvSpPr>
          <p:cNvPr id="63" name="Google Shape;63;g36178e8301b_0_7:notes">
            <a:extLst>
              <a:ext uri="{FF2B5EF4-FFF2-40B4-BE49-F238E27FC236}">
                <a16:creationId xmlns:a16="http://schemas.microsoft.com/office/drawing/2014/main" id="{4972A042-987B-5206-F106-EE2EFDAAD1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6178e8301b_0_7:notes">
            <a:extLst>
              <a:ext uri="{FF2B5EF4-FFF2-40B4-BE49-F238E27FC236}">
                <a16:creationId xmlns:a16="http://schemas.microsoft.com/office/drawing/2014/main" id="{AE337ED9-C9B5-D673-A14C-1EEFA47EE8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14668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6178e8301b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6178e8301b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A6C79F9F-DBBB-0448-FDB6-E10785B9A097}"/>
            </a:ext>
          </a:extLst>
        </p:cNvPr>
        <p:cNvGrpSpPr/>
        <p:nvPr/>
      </p:nvGrpSpPr>
      <p:grpSpPr>
        <a:xfrm>
          <a:off x="0" y="0"/>
          <a:ext cx="0" cy="0"/>
          <a:chOff x="0" y="0"/>
          <a:chExt cx="0" cy="0"/>
        </a:xfrm>
      </p:grpSpPr>
      <p:sp>
        <p:nvSpPr>
          <p:cNvPr id="63" name="Google Shape;63;g36178e8301b_0_7:notes">
            <a:extLst>
              <a:ext uri="{FF2B5EF4-FFF2-40B4-BE49-F238E27FC236}">
                <a16:creationId xmlns:a16="http://schemas.microsoft.com/office/drawing/2014/main" id="{FD8BA7B1-4BF7-F820-6A53-5046848428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6178e8301b_0_7:notes">
            <a:extLst>
              <a:ext uri="{FF2B5EF4-FFF2-40B4-BE49-F238E27FC236}">
                <a16:creationId xmlns:a16="http://schemas.microsoft.com/office/drawing/2014/main" id="{AE16DCE5-3FA7-B72C-DC33-C43E8AC903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590190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9B109D79-EDBA-791C-7967-75CD575651ED}"/>
            </a:ext>
          </a:extLst>
        </p:cNvPr>
        <p:cNvGrpSpPr/>
        <p:nvPr/>
      </p:nvGrpSpPr>
      <p:grpSpPr>
        <a:xfrm>
          <a:off x="0" y="0"/>
          <a:ext cx="0" cy="0"/>
          <a:chOff x="0" y="0"/>
          <a:chExt cx="0" cy="0"/>
        </a:xfrm>
      </p:grpSpPr>
      <p:sp>
        <p:nvSpPr>
          <p:cNvPr id="63" name="Google Shape;63;g36178e8301b_0_7:notes">
            <a:extLst>
              <a:ext uri="{FF2B5EF4-FFF2-40B4-BE49-F238E27FC236}">
                <a16:creationId xmlns:a16="http://schemas.microsoft.com/office/drawing/2014/main" id="{8FE31418-3D49-B927-FC57-D959552AAC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6178e8301b_0_7:notes">
            <a:extLst>
              <a:ext uri="{FF2B5EF4-FFF2-40B4-BE49-F238E27FC236}">
                <a16:creationId xmlns:a16="http://schemas.microsoft.com/office/drawing/2014/main" id="{9DA75010-793A-1BD4-5F89-9491366F6F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64455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C2179728-389E-42C0-3432-8C8B3EA75FD2}"/>
            </a:ext>
          </a:extLst>
        </p:cNvPr>
        <p:cNvGrpSpPr/>
        <p:nvPr/>
      </p:nvGrpSpPr>
      <p:grpSpPr>
        <a:xfrm>
          <a:off x="0" y="0"/>
          <a:ext cx="0" cy="0"/>
          <a:chOff x="0" y="0"/>
          <a:chExt cx="0" cy="0"/>
        </a:xfrm>
      </p:grpSpPr>
      <p:sp>
        <p:nvSpPr>
          <p:cNvPr id="63" name="Google Shape;63;g36178e8301b_0_7:notes">
            <a:extLst>
              <a:ext uri="{FF2B5EF4-FFF2-40B4-BE49-F238E27FC236}">
                <a16:creationId xmlns:a16="http://schemas.microsoft.com/office/drawing/2014/main" id="{839042B7-4FB7-E0FA-0154-1AC73F4B34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6178e8301b_0_7:notes">
            <a:extLst>
              <a:ext uri="{FF2B5EF4-FFF2-40B4-BE49-F238E27FC236}">
                <a16:creationId xmlns:a16="http://schemas.microsoft.com/office/drawing/2014/main" id="{15A364F6-D442-58D7-4758-8B8EA0ACD72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551302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0E4F9AFC-A32C-845F-C7BA-14BFC4D3503D}"/>
            </a:ext>
          </a:extLst>
        </p:cNvPr>
        <p:cNvGrpSpPr/>
        <p:nvPr/>
      </p:nvGrpSpPr>
      <p:grpSpPr>
        <a:xfrm>
          <a:off x="0" y="0"/>
          <a:ext cx="0" cy="0"/>
          <a:chOff x="0" y="0"/>
          <a:chExt cx="0" cy="0"/>
        </a:xfrm>
      </p:grpSpPr>
      <p:sp>
        <p:nvSpPr>
          <p:cNvPr id="63" name="Google Shape;63;g36178e8301b_0_7:notes">
            <a:extLst>
              <a:ext uri="{FF2B5EF4-FFF2-40B4-BE49-F238E27FC236}">
                <a16:creationId xmlns:a16="http://schemas.microsoft.com/office/drawing/2014/main" id="{EEBAAA85-DEFA-F068-2C4A-318508F3F3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6178e8301b_0_7:notes">
            <a:extLst>
              <a:ext uri="{FF2B5EF4-FFF2-40B4-BE49-F238E27FC236}">
                <a16:creationId xmlns:a16="http://schemas.microsoft.com/office/drawing/2014/main" id="{7534948B-73DE-8904-8DCD-36A084B22B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38312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B0CCC42F-635B-9E23-6FB8-633083F007C1}"/>
            </a:ext>
          </a:extLst>
        </p:cNvPr>
        <p:cNvGrpSpPr/>
        <p:nvPr/>
      </p:nvGrpSpPr>
      <p:grpSpPr>
        <a:xfrm>
          <a:off x="0" y="0"/>
          <a:ext cx="0" cy="0"/>
          <a:chOff x="0" y="0"/>
          <a:chExt cx="0" cy="0"/>
        </a:xfrm>
      </p:grpSpPr>
      <p:sp>
        <p:nvSpPr>
          <p:cNvPr id="63" name="Google Shape;63;g36178e8301b_0_7:notes">
            <a:extLst>
              <a:ext uri="{FF2B5EF4-FFF2-40B4-BE49-F238E27FC236}">
                <a16:creationId xmlns:a16="http://schemas.microsoft.com/office/drawing/2014/main" id="{EDBA714B-D6C2-B7A3-D521-A7935D79BD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6178e8301b_0_7:notes">
            <a:extLst>
              <a:ext uri="{FF2B5EF4-FFF2-40B4-BE49-F238E27FC236}">
                <a16:creationId xmlns:a16="http://schemas.microsoft.com/office/drawing/2014/main" id="{33723A57-0071-FE6A-9523-7A420935CF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31988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6C9C00FE-9593-6397-EBA5-AD6B2C337B08}"/>
            </a:ext>
          </a:extLst>
        </p:cNvPr>
        <p:cNvGrpSpPr/>
        <p:nvPr/>
      </p:nvGrpSpPr>
      <p:grpSpPr>
        <a:xfrm>
          <a:off x="0" y="0"/>
          <a:ext cx="0" cy="0"/>
          <a:chOff x="0" y="0"/>
          <a:chExt cx="0" cy="0"/>
        </a:xfrm>
      </p:grpSpPr>
      <p:sp>
        <p:nvSpPr>
          <p:cNvPr id="63" name="Google Shape;63;g36178e8301b_0_7:notes">
            <a:extLst>
              <a:ext uri="{FF2B5EF4-FFF2-40B4-BE49-F238E27FC236}">
                <a16:creationId xmlns:a16="http://schemas.microsoft.com/office/drawing/2014/main" id="{EB0639AD-0243-6F95-FC04-F6134436F6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6178e8301b_0_7:notes">
            <a:extLst>
              <a:ext uri="{FF2B5EF4-FFF2-40B4-BE49-F238E27FC236}">
                <a16:creationId xmlns:a16="http://schemas.microsoft.com/office/drawing/2014/main" id="{A1CCF1B6-FEAB-47C9-25BF-1D4A936DCE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29835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66B33212-5470-4504-B6E8-97A340E52C03}"/>
            </a:ext>
          </a:extLst>
        </p:cNvPr>
        <p:cNvGrpSpPr/>
        <p:nvPr/>
      </p:nvGrpSpPr>
      <p:grpSpPr>
        <a:xfrm>
          <a:off x="0" y="0"/>
          <a:ext cx="0" cy="0"/>
          <a:chOff x="0" y="0"/>
          <a:chExt cx="0" cy="0"/>
        </a:xfrm>
      </p:grpSpPr>
      <p:sp>
        <p:nvSpPr>
          <p:cNvPr id="63" name="Google Shape;63;g36178e8301b_0_7:notes">
            <a:extLst>
              <a:ext uri="{FF2B5EF4-FFF2-40B4-BE49-F238E27FC236}">
                <a16:creationId xmlns:a16="http://schemas.microsoft.com/office/drawing/2014/main" id="{D599F4AD-AEC4-67F7-FEAC-61B5C8DFD9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6178e8301b_0_7:notes">
            <a:extLst>
              <a:ext uri="{FF2B5EF4-FFF2-40B4-BE49-F238E27FC236}">
                <a16:creationId xmlns:a16="http://schemas.microsoft.com/office/drawing/2014/main" id="{9F0A1118-B81D-27DB-33A6-FBB4D99B18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15294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9F39CCBA-958F-858B-0886-07933B2F354B}"/>
            </a:ext>
          </a:extLst>
        </p:cNvPr>
        <p:cNvGrpSpPr/>
        <p:nvPr/>
      </p:nvGrpSpPr>
      <p:grpSpPr>
        <a:xfrm>
          <a:off x="0" y="0"/>
          <a:ext cx="0" cy="0"/>
          <a:chOff x="0" y="0"/>
          <a:chExt cx="0" cy="0"/>
        </a:xfrm>
      </p:grpSpPr>
      <p:sp>
        <p:nvSpPr>
          <p:cNvPr id="63" name="Google Shape;63;g36178e8301b_0_7:notes">
            <a:extLst>
              <a:ext uri="{FF2B5EF4-FFF2-40B4-BE49-F238E27FC236}">
                <a16:creationId xmlns:a16="http://schemas.microsoft.com/office/drawing/2014/main" id="{90EAAD8F-65A0-1B0F-5A78-7721791968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6178e8301b_0_7:notes">
            <a:extLst>
              <a:ext uri="{FF2B5EF4-FFF2-40B4-BE49-F238E27FC236}">
                <a16:creationId xmlns:a16="http://schemas.microsoft.com/office/drawing/2014/main" id="{8F071697-0DAE-935A-8545-349F9ACFEC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95486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6FBDBC83-01B5-FB88-D7F9-C7C4FC0A80FE}"/>
            </a:ext>
          </a:extLst>
        </p:cNvPr>
        <p:cNvGrpSpPr/>
        <p:nvPr/>
      </p:nvGrpSpPr>
      <p:grpSpPr>
        <a:xfrm>
          <a:off x="0" y="0"/>
          <a:ext cx="0" cy="0"/>
          <a:chOff x="0" y="0"/>
          <a:chExt cx="0" cy="0"/>
        </a:xfrm>
      </p:grpSpPr>
      <p:sp>
        <p:nvSpPr>
          <p:cNvPr id="99" name="Google Shape;99;g36178e8301b_0_44:notes">
            <a:extLst>
              <a:ext uri="{FF2B5EF4-FFF2-40B4-BE49-F238E27FC236}">
                <a16:creationId xmlns:a16="http://schemas.microsoft.com/office/drawing/2014/main" id="{01840F0B-279D-5B5D-EC4A-22FEC92BF2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6178e8301b_0_44:notes">
            <a:extLst>
              <a:ext uri="{FF2B5EF4-FFF2-40B4-BE49-F238E27FC236}">
                <a16:creationId xmlns:a16="http://schemas.microsoft.com/office/drawing/2014/main" id="{C9962196-DF7E-04EC-765C-F9D4E15C17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502900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2C0EBCC7-1F5D-D080-68E5-35D6FE4AE9FD}"/>
            </a:ext>
          </a:extLst>
        </p:cNvPr>
        <p:cNvGrpSpPr/>
        <p:nvPr/>
      </p:nvGrpSpPr>
      <p:grpSpPr>
        <a:xfrm>
          <a:off x="0" y="0"/>
          <a:ext cx="0" cy="0"/>
          <a:chOff x="0" y="0"/>
          <a:chExt cx="0" cy="0"/>
        </a:xfrm>
      </p:grpSpPr>
      <p:sp>
        <p:nvSpPr>
          <p:cNvPr id="63" name="Google Shape;63;g36178e8301b_0_7:notes">
            <a:extLst>
              <a:ext uri="{FF2B5EF4-FFF2-40B4-BE49-F238E27FC236}">
                <a16:creationId xmlns:a16="http://schemas.microsoft.com/office/drawing/2014/main" id="{68FDF8E3-DA5C-59BF-2E33-83BDAE6446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6178e8301b_0_7:notes">
            <a:extLst>
              <a:ext uri="{FF2B5EF4-FFF2-40B4-BE49-F238E27FC236}">
                <a16:creationId xmlns:a16="http://schemas.microsoft.com/office/drawing/2014/main" id="{CE2A1865-B9E0-BCD4-74DB-19208C307F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877422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F7232B65-7147-D156-91E8-2FAAB9106822}"/>
            </a:ext>
          </a:extLst>
        </p:cNvPr>
        <p:cNvGrpSpPr/>
        <p:nvPr/>
      </p:nvGrpSpPr>
      <p:grpSpPr>
        <a:xfrm>
          <a:off x="0" y="0"/>
          <a:ext cx="0" cy="0"/>
          <a:chOff x="0" y="0"/>
          <a:chExt cx="0" cy="0"/>
        </a:xfrm>
      </p:grpSpPr>
      <p:sp>
        <p:nvSpPr>
          <p:cNvPr id="99" name="Google Shape;99;g36178e8301b_0_44:notes">
            <a:extLst>
              <a:ext uri="{FF2B5EF4-FFF2-40B4-BE49-F238E27FC236}">
                <a16:creationId xmlns:a16="http://schemas.microsoft.com/office/drawing/2014/main" id="{5BB37BE7-381C-8B02-6933-9E58BA0A38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6178e8301b_0_44:notes">
            <a:extLst>
              <a:ext uri="{FF2B5EF4-FFF2-40B4-BE49-F238E27FC236}">
                <a16:creationId xmlns:a16="http://schemas.microsoft.com/office/drawing/2014/main" id="{C55BAEC9-A24C-6D6F-0BA2-29FFC7E131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814455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B3AD99B8-9E4B-8ABF-7421-C59A98A52E0B}"/>
            </a:ext>
          </a:extLst>
        </p:cNvPr>
        <p:cNvGrpSpPr/>
        <p:nvPr/>
      </p:nvGrpSpPr>
      <p:grpSpPr>
        <a:xfrm>
          <a:off x="0" y="0"/>
          <a:ext cx="0" cy="0"/>
          <a:chOff x="0" y="0"/>
          <a:chExt cx="0" cy="0"/>
        </a:xfrm>
      </p:grpSpPr>
      <p:sp>
        <p:nvSpPr>
          <p:cNvPr id="63" name="Google Shape;63;g36178e8301b_0_7:notes">
            <a:extLst>
              <a:ext uri="{FF2B5EF4-FFF2-40B4-BE49-F238E27FC236}">
                <a16:creationId xmlns:a16="http://schemas.microsoft.com/office/drawing/2014/main" id="{24790024-FFA2-32ED-BCDE-54CDE05BA0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6178e8301b_0_7:notes">
            <a:extLst>
              <a:ext uri="{FF2B5EF4-FFF2-40B4-BE49-F238E27FC236}">
                <a16:creationId xmlns:a16="http://schemas.microsoft.com/office/drawing/2014/main" id="{906538A7-054C-213D-C7CB-5783D530E8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30053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AC980A23-6288-DB76-44D7-C2AA90EDDF41}"/>
            </a:ext>
          </a:extLst>
        </p:cNvPr>
        <p:cNvGrpSpPr/>
        <p:nvPr/>
      </p:nvGrpSpPr>
      <p:grpSpPr>
        <a:xfrm>
          <a:off x="0" y="0"/>
          <a:ext cx="0" cy="0"/>
          <a:chOff x="0" y="0"/>
          <a:chExt cx="0" cy="0"/>
        </a:xfrm>
      </p:grpSpPr>
      <p:sp>
        <p:nvSpPr>
          <p:cNvPr id="99" name="Google Shape;99;g36178e8301b_0_44:notes">
            <a:extLst>
              <a:ext uri="{FF2B5EF4-FFF2-40B4-BE49-F238E27FC236}">
                <a16:creationId xmlns:a16="http://schemas.microsoft.com/office/drawing/2014/main" id="{02AEF500-F70B-4921-7A2E-3DE49873B4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6178e8301b_0_44:notes">
            <a:extLst>
              <a:ext uri="{FF2B5EF4-FFF2-40B4-BE49-F238E27FC236}">
                <a16:creationId xmlns:a16="http://schemas.microsoft.com/office/drawing/2014/main" id="{974FE222-46AA-9622-6E3C-BF2B20471BF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360978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960C017D-D778-3D9E-BD2F-D71472AE9560}"/>
            </a:ext>
          </a:extLst>
        </p:cNvPr>
        <p:cNvGrpSpPr/>
        <p:nvPr/>
      </p:nvGrpSpPr>
      <p:grpSpPr>
        <a:xfrm>
          <a:off x="0" y="0"/>
          <a:ext cx="0" cy="0"/>
          <a:chOff x="0" y="0"/>
          <a:chExt cx="0" cy="0"/>
        </a:xfrm>
      </p:grpSpPr>
      <p:sp>
        <p:nvSpPr>
          <p:cNvPr id="63" name="Google Shape;63;g36178e8301b_0_7:notes">
            <a:extLst>
              <a:ext uri="{FF2B5EF4-FFF2-40B4-BE49-F238E27FC236}">
                <a16:creationId xmlns:a16="http://schemas.microsoft.com/office/drawing/2014/main" id="{0B810F45-31A0-DEDB-4C42-0968CC9025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6178e8301b_0_7:notes">
            <a:extLst>
              <a:ext uri="{FF2B5EF4-FFF2-40B4-BE49-F238E27FC236}">
                <a16:creationId xmlns:a16="http://schemas.microsoft.com/office/drawing/2014/main" id="{2482DAAA-46BA-287B-33CF-55B76E9CF1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575512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FE874304-1AA0-5EC3-40E0-75329C3D14AB}"/>
            </a:ext>
          </a:extLst>
        </p:cNvPr>
        <p:cNvGrpSpPr/>
        <p:nvPr/>
      </p:nvGrpSpPr>
      <p:grpSpPr>
        <a:xfrm>
          <a:off x="0" y="0"/>
          <a:ext cx="0" cy="0"/>
          <a:chOff x="0" y="0"/>
          <a:chExt cx="0" cy="0"/>
        </a:xfrm>
      </p:grpSpPr>
      <p:sp>
        <p:nvSpPr>
          <p:cNvPr id="99" name="Google Shape;99;g36178e8301b_0_44:notes">
            <a:extLst>
              <a:ext uri="{FF2B5EF4-FFF2-40B4-BE49-F238E27FC236}">
                <a16:creationId xmlns:a16="http://schemas.microsoft.com/office/drawing/2014/main" id="{FCB1A1C6-EE91-88C6-5904-26EA845D5F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6178e8301b_0_44:notes">
            <a:extLst>
              <a:ext uri="{FF2B5EF4-FFF2-40B4-BE49-F238E27FC236}">
                <a16:creationId xmlns:a16="http://schemas.microsoft.com/office/drawing/2014/main" id="{92233AD7-9D45-8816-F0BA-52F59F6BDA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261314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F7CD8311-B19E-9118-077F-0C6ABBAFB712}"/>
            </a:ext>
          </a:extLst>
        </p:cNvPr>
        <p:cNvGrpSpPr/>
        <p:nvPr/>
      </p:nvGrpSpPr>
      <p:grpSpPr>
        <a:xfrm>
          <a:off x="0" y="0"/>
          <a:ext cx="0" cy="0"/>
          <a:chOff x="0" y="0"/>
          <a:chExt cx="0" cy="0"/>
        </a:xfrm>
      </p:grpSpPr>
      <p:sp>
        <p:nvSpPr>
          <p:cNvPr id="63" name="Google Shape;63;g36178e8301b_0_7:notes">
            <a:extLst>
              <a:ext uri="{FF2B5EF4-FFF2-40B4-BE49-F238E27FC236}">
                <a16:creationId xmlns:a16="http://schemas.microsoft.com/office/drawing/2014/main" id="{4817487A-595E-3F42-16AB-0A7DDBDF4E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6178e8301b_0_7:notes">
            <a:extLst>
              <a:ext uri="{FF2B5EF4-FFF2-40B4-BE49-F238E27FC236}">
                <a16:creationId xmlns:a16="http://schemas.microsoft.com/office/drawing/2014/main" id="{3C9C647E-A6E9-2359-BC3C-94042EE20C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984135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6DD5E8E7-B769-E52E-8362-30AADC3EF372}"/>
            </a:ext>
          </a:extLst>
        </p:cNvPr>
        <p:cNvGrpSpPr/>
        <p:nvPr/>
      </p:nvGrpSpPr>
      <p:grpSpPr>
        <a:xfrm>
          <a:off x="0" y="0"/>
          <a:ext cx="0" cy="0"/>
          <a:chOff x="0" y="0"/>
          <a:chExt cx="0" cy="0"/>
        </a:xfrm>
      </p:grpSpPr>
      <p:sp>
        <p:nvSpPr>
          <p:cNvPr id="99" name="Google Shape;99;g36178e8301b_0_44:notes">
            <a:extLst>
              <a:ext uri="{FF2B5EF4-FFF2-40B4-BE49-F238E27FC236}">
                <a16:creationId xmlns:a16="http://schemas.microsoft.com/office/drawing/2014/main" id="{C007B16F-E178-7D5E-1E51-5D917329EA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6178e8301b_0_44:notes">
            <a:extLst>
              <a:ext uri="{FF2B5EF4-FFF2-40B4-BE49-F238E27FC236}">
                <a16:creationId xmlns:a16="http://schemas.microsoft.com/office/drawing/2014/main" id="{FB7BEA4B-7188-91DD-B152-222F16F499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8391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BBF5CB35-BEFC-5A0D-7FDF-EF433935D432}"/>
            </a:ext>
          </a:extLst>
        </p:cNvPr>
        <p:cNvGrpSpPr/>
        <p:nvPr/>
      </p:nvGrpSpPr>
      <p:grpSpPr>
        <a:xfrm>
          <a:off x="0" y="0"/>
          <a:ext cx="0" cy="0"/>
          <a:chOff x="0" y="0"/>
          <a:chExt cx="0" cy="0"/>
        </a:xfrm>
      </p:grpSpPr>
      <p:sp>
        <p:nvSpPr>
          <p:cNvPr id="63" name="Google Shape;63;g36178e8301b_0_7:notes">
            <a:extLst>
              <a:ext uri="{FF2B5EF4-FFF2-40B4-BE49-F238E27FC236}">
                <a16:creationId xmlns:a16="http://schemas.microsoft.com/office/drawing/2014/main" id="{DA2B1F9D-25B9-6F86-5656-15B0749784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6178e8301b_0_7:notes">
            <a:extLst>
              <a:ext uri="{FF2B5EF4-FFF2-40B4-BE49-F238E27FC236}">
                <a16:creationId xmlns:a16="http://schemas.microsoft.com/office/drawing/2014/main" id="{B5C7C8FF-6FD0-4C4B-2E2F-6E1C132421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522308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4511EB99-3C25-53B9-3DB6-1E21216A2652}"/>
            </a:ext>
          </a:extLst>
        </p:cNvPr>
        <p:cNvGrpSpPr/>
        <p:nvPr/>
      </p:nvGrpSpPr>
      <p:grpSpPr>
        <a:xfrm>
          <a:off x="0" y="0"/>
          <a:ext cx="0" cy="0"/>
          <a:chOff x="0" y="0"/>
          <a:chExt cx="0" cy="0"/>
        </a:xfrm>
      </p:grpSpPr>
      <p:sp>
        <p:nvSpPr>
          <p:cNvPr id="63" name="Google Shape;63;g36178e8301b_0_7:notes">
            <a:extLst>
              <a:ext uri="{FF2B5EF4-FFF2-40B4-BE49-F238E27FC236}">
                <a16:creationId xmlns:a16="http://schemas.microsoft.com/office/drawing/2014/main" id="{51B83F3C-5BA8-B633-1346-3F528CB7EF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6178e8301b_0_7:notes">
            <a:extLst>
              <a:ext uri="{FF2B5EF4-FFF2-40B4-BE49-F238E27FC236}">
                <a16:creationId xmlns:a16="http://schemas.microsoft.com/office/drawing/2014/main" id="{AAADAD6A-CBA9-3B96-6BE6-EBDAC8EFEA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851265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576EA3B0-A773-277E-30DC-DA03A90CADB1}"/>
            </a:ext>
          </a:extLst>
        </p:cNvPr>
        <p:cNvGrpSpPr/>
        <p:nvPr/>
      </p:nvGrpSpPr>
      <p:grpSpPr>
        <a:xfrm>
          <a:off x="0" y="0"/>
          <a:ext cx="0" cy="0"/>
          <a:chOff x="0" y="0"/>
          <a:chExt cx="0" cy="0"/>
        </a:xfrm>
      </p:grpSpPr>
      <p:sp>
        <p:nvSpPr>
          <p:cNvPr id="63" name="Google Shape;63;g36178e8301b_0_7:notes">
            <a:extLst>
              <a:ext uri="{FF2B5EF4-FFF2-40B4-BE49-F238E27FC236}">
                <a16:creationId xmlns:a16="http://schemas.microsoft.com/office/drawing/2014/main" id="{749DD0DC-820A-92B3-2C95-63171907D8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6178e8301b_0_7:notes">
            <a:extLst>
              <a:ext uri="{FF2B5EF4-FFF2-40B4-BE49-F238E27FC236}">
                <a16:creationId xmlns:a16="http://schemas.microsoft.com/office/drawing/2014/main" id="{518B214E-C7DB-22F8-FD94-D0FFD6F8C3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372264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6178e8301b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6178e8301b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0_0.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slide" Target="slide43.xml"/><Relationship Id="rId3" Type="http://schemas.openxmlformats.org/officeDocument/2006/relationships/slide" Target="slide3.xml"/><Relationship Id="rId7" Type="http://schemas.openxmlformats.org/officeDocument/2006/relationships/slide" Target="slide8.xml"/><Relationship Id="rId12" Type="http://schemas.openxmlformats.org/officeDocument/2006/relationships/slide" Target="slide19.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slide" Target="slide7.xml"/><Relationship Id="rId11" Type="http://schemas.openxmlformats.org/officeDocument/2006/relationships/slide" Target="slide15.xml"/><Relationship Id="rId5" Type="http://schemas.openxmlformats.org/officeDocument/2006/relationships/slide" Target="slide6.xml"/><Relationship Id="rId15" Type="http://schemas.openxmlformats.org/officeDocument/2006/relationships/slide" Target="slide45.xml"/><Relationship Id="rId10" Type="http://schemas.openxmlformats.org/officeDocument/2006/relationships/slide" Target="slide12.xml"/><Relationship Id="rId4" Type="http://schemas.openxmlformats.org/officeDocument/2006/relationships/slide" Target="slide5.xml"/><Relationship Id="rId9" Type="http://schemas.openxmlformats.org/officeDocument/2006/relationships/slide" Target="slide11.xml"/><Relationship Id="rId14" Type="http://schemas.openxmlformats.org/officeDocument/2006/relationships/slide" Target="slide44.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hyperlink" Target="https://www.wisc-online.com/assetrepository/viewasset?id=1519" TargetMode="External"/><Relationship Id="rId7"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3.xml"/><Relationship Id="rId6" Type="http://schemas.openxmlformats.org/officeDocument/2006/relationships/image" Target="../media/image4.jpeg"/><Relationship Id="rId5" Type="http://schemas.openxmlformats.org/officeDocument/2006/relationships/image" Target="../media/image3.jpeg"/><Relationship Id="rId10" Type="http://schemas.openxmlformats.org/officeDocument/2006/relationships/image" Target="../media/image8.jpeg"/><Relationship Id="rId4" Type="http://schemas.openxmlformats.org/officeDocument/2006/relationships/image" Target="../media/image2.jpeg"/><Relationship Id="rId9" Type="http://schemas.openxmlformats.org/officeDocument/2006/relationships/image" Target="../media/image7.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0.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2.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microsoft.com/office/2018/10/relationships/comments" Target="../comments/modernComment_130_57E7C101.xml"/><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microsoft.com/office/2018/10/relationships/comments" Target="../comments/modernComment_10E_0.xml"/><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microsoft.com/office/2018/10/relationships/comments" Target="../comments/modernComment_131_DFC6570A.xml"/><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16.svg"/></Relationships>
</file>

<file path=ppt/slides/_rels/slide28.xml.rels><?xml version="1.0" encoding="UTF-8" standalone="yes"?>
<Relationships xmlns="http://schemas.openxmlformats.org/package/2006/relationships"><Relationship Id="rId3" Type="http://schemas.microsoft.com/office/2018/10/relationships/comments" Target="../comments/modernComment_132_82707FF3.xml"/><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18.sv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21.sv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23.svg"/></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8" Type="http://schemas.openxmlformats.org/officeDocument/2006/relationships/hyperlink" Target="https://doi.org/10.1186/s40561-024-00316-7" TargetMode="External"/><Relationship Id="rId3" Type="http://schemas.openxmlformats.org/officeDocument/2006/relationships/hyperlink" Target="http://www.researchgate.net/publication/389458566_The_Impact_of_AI-Powered_Writing_Tools_on_Students" TargetMode="External"/><Relationship Id="rId7" Type="http://schemas.openxmlformats.org/officeDocument/2006/relationships/hyperlink" Target="https://doi.org/10.1145/3512930" TargetMode="External"/><Relationship Id="rId2" Type="http://schemas.openxmlformats.org/officeDocument/2006/relationships/notesSlide" Target="../notesSlides/notesSlide37.xml"/><Relationship Id="rId1" Type="http://schemas.openxmlformats.org/officeDocument/2006/relationships/slideLayout" Target="../slideLayouts/slideLayout3.xml"/><Relationship Id="rId6" Type="http://schemas.openxmlformats.org/officeDocument/2006/relationships/hyperlink" Target="https://doi.org/10.48550/arxiv.2212.06823" TargetMode="External"/><Relationship Id="rId5" Type="http://schemas.openxmlformats.org/officeDocument/2006/relationships/hyperlink" Target="https://doi.org/10.21203/rs.3.rs-3371292/v1" TargetMode="External"/><Relationship Id="rId4" Type="http://schemas.openxmlformats.org/officeDocument/2006/relationships/hyperlink" Target="http://www.hepi.ac.uk/2025/02/26/student-generative-ai-survey-2025/"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53"/>
        <p:cNvGrpSpPr/>
        <p:nvPr/>
      </p:nvGrpSpPr>
      <p:grpSpPr>
        <a:xfrm>
          <a:off x="0" y="0"/>
          <a:ext cx="0" cy="0"/>
          <a:chOff x="0" y="0"/>
          <a:chExt cx="0" cy="0"/>
        </a:xfrm>
      </p:grpSpPr>
      <p:grpSp>
        <p:nvGrpSpPr>
          <p:cNvPr id="13" name="Group 12">
            <a:extLst>
              <a:ext uri="{FF2B5EF4-FFF2-40B4-BE49-F238E27FC236}">
                <a16:creationId xmlns:a16="http://schemas.microsoft.com/office/drawing/2014/main" id="{474E8768-7041-4F88-1505-3917002922C2}"/>
              </a:ext>
            </a:extLst>
          </p:cNvPr>
          <p:cNvGrpSpPr/>
          <p:nvPr/>
        </p:nvGrpSpPr>
        <p:grpSpPr>
          <a:xfrm>
            <a:off x="1263" y="-142"/>
            <a:ext cx="9146017" cy="5141405"/>
            <a:chOff x="1263" y="-142"/>
            <a:chExt cx="10058400" cy="914401"/>
          </a:xfrm>
        </p:grpSpPr>
        <p:sp>
          <p:nvSpPr>
            <p:cNvPr id="11" name="Rectangle 10">
              <a:extLst>
                <a:ext uri="{FF2B5EF4-FFF2-40B4-BE49-F238E27FC236}">
                  <a16:creationId xmlns:a16="http://schemas.microsoft.com/office/drawing/2014/main" id="{B682FBF4-4733-15EC-FBA2-34EEE1D81930}"/>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C61A547B-1768-2EC8-B0B2-8567FBAE8FCB}"/>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69C4C51D-E5DF-BF0A-BF03-004F171A497B}"/>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F3AE87D2-FEB3-C4EB-E0DB-40216A7721D6}"/>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D05F4DD1-0589-E022-9357-81A1B9C5D040}"/>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266560BA-20A0-EA06-B858-849933B2CAA4}"/>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4" name="Rectangle 13">
            <a:extLst>
              <a:ext uri="{FF2B5EF4-FFF2-40B4-BE49-F238E27FC236}">
                <a16:creationId xmlns:a16="http://schemas.microsoft.com/office/drawing/2014/main" id="{CCF488EA-DBAB-8583-E633-47DDFE895F44}"/>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623F301D-BB28-89D6-46B7-8FFE4AA9B075}"/>
              </a:ext>
            </a:extLst>
          </p:cNvPr>
          <p:cNvSpPr/>
          <p:nvPr/>
        </p:nvSpPr>
        <p:spPr>
          <a:xfrm>
            <a:off x="454139" y="341831"/>
            <a:ext cx="8237349" cy="4062493"/>
          </a:xfrm>
          <a:prstGeom prst="rect">
            <a:avLst/>
          </a:prstGeom>
          <a:solidFill>
            <a:srgbClr val="126E2A"/>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r>
              <a:rPr lang="en" sz="6000" b="1">
                <a:solidFill>
                  <a:srgbClr val="FBFFD9"/>
                </a:solidFill>
                <a:latin typeface="Fairwater Script"/>
              </a:rPr>
              <a:t>EduSense</a:t>
            </a:r>
            <a:endParaRPr lang="en-US"/>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fontScale="85000" lnSpcReduction="20000"/>
          </a:bodyPr>
          <a:lstStyle/>
          <a:p>
            <a:pPr marL="0" indent="0"/>
            <a:r>
              <a:rPr lang="en-US">
                <a:solidFill>
                  <a:schemeClr val="accent6">
                    <a:lumMod val="20000"/>
                    <a:lumOff val="80000"/>
                  </a:schemeClr>
                </a:solidFill>
                <a:latin typeface="Fairwater Script"/>
              </a:rPr>
              <a:t>Design Presentation</a:t>
            </a:r>
            <a:endParaRPr lang="en-US">
              <a:solidFill>
                <a:schemeClr val="accent6">
                  <a:lumMod val="20000"/>
                  <a:lumOff val="80000"/>
                </a:schemeClr>
              </a:solidFill>
            </a:endParaRPr>
          </a:p>
          <a:p>
            <a:pPr marL="0" indent="0"/>
            <a:r>
              <a:rPr lang="en-US">
                <a:solidFill>
                  <a:schemeClr val="accent6">
                    <a:lumMod val="20000"/>
                    <a:lumOff val="80000"/>
                  </a:schemeClr>
                </a:solidFill>
                <a:latin typeface="Fairwater Script"/>
              </a:rPr>
              <a:t>Team Emerald 07/31/25</a:t>
            </a:r>
            <a:endParaRPr lang="en-US">
              <a:solidFill>
                <a:schemeClr val="accent6">
                  <a:lumMod val="20000"/>
                  <a:lumOff val="80000"/>
                </a:schemeClr>
              </a:solidFill>
            </a:endParaRPr>
          </a:p>
        </p:txBody>
      </p:sp>
      <p:sp>
        <p:nvSpPr>
          <p:cNvPr id="17" name="Cylinder 16">
            <a:extLst>
              <a:ext uri="{FF2B5EF4-FFF2-40B4-BE49-F238E27FC236}">
                <a16:creationId xmlns:a16="http://schemas.microsoft.com/office/drawing/2014/main" id="{6F339D14-A94C-66ED-3BC3-85B8696205AB}"/>
              </a:ext>
            </a:extLst>
          </p:cNvPr>
          <p:cNvSpPr/>
          <p:nvPr/>
        </p:nvSpPr>
        <p:spPr>
          <a:xfrm rot="-5400000">
            <a:off x="8337637" y="4133587"/>
            <a:ext cx="147181" cy="495907"/>
          </a:xfrm>
          <a:prstGeom prst="can">
            <a:avLst/>
          </a:prstGeom>
          <a:solidFill>
            <a:schemeClr val="accent6">
              <a:lumMod val="20000"/>
              <a:lumOff val="80000"/>
            </a:schemeClr>
          </a:solidFill>
          <a:ln>
            <a:solidFill>
              <a:schemeClr val="bg1">
                <a:lumMod val="65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6D6F470F-4ECB-6027-C4AD-41F15EB776C7}"/>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Tree>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71"/>
        <p:cNvGrpSpPr/>
        <p:nvPr/>
      </p:nvGrpSpPr>
      <p:grpSpPr>
        <a:xfrm>
          <a:off x="0" y="0"/>
          <a:ext cx="0" cy="0"/>
          <a:chOff x="0" y="0"/>
          <a:chExt cx="0" cy="0"/>
        </a:xfrm>
      </p:grpSpPr>
      <p:grpSp>
        <p:nvGrpSpPr>
          <p:cNvPr id="11" name="Group 10">
            <a:extLst>
              <a:ext uri="{FF2B5EF4-FFF2-40B4-BE49-F238E27FC236}">
                <a16:creationId xmlns:a16="http://schemas.microsoft.com/office/drawing/2014/main" id="{02901E97-584F-6798-A4E2-7DEF02F7214A}"/>
              </a:ext>
            </a:extLst>
          </p:cNvPr>
          <p:cNvGrpSpPr/>
          <p:nvPr/>
        </p:nvGrpSpPr>
        <p:grpSpPr>
          <a:xfrm>
            <a:off x="1261" y="-142"/>
            <a:ext cx="9146016" cy="5141405"/>
            <a:chOff x="1263" y="-142"/>
            <a:chExt cx="10058400" cy="914401"/>
          </a:xfrm>
        </p:grpSpPr>
        <p:sp>
          <p:nvSpPr>
            <p:cNvPr id="5" name="Rectangle 4">
              <a:extLst>
                <a:ext uri="{FF2B5EF4-FFF2-40B4-BE49-F238E27FC236}">
                  <a16:creationId xmlns:a16="http://schemas.microsoft.com/office/drawing/2014/main" id="{3CF3B6B0-D7E2-7AB3-DD91-6E0E2CB42286}"/>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75E0458C-9C4C-CB82-7ADE-E77DBD2AD2A3}"/>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E9FCA892-ECA2-F8CA-52E0-B5263C081A1F}"/>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C1B44A82-9FF9-208E-05CC-D1C41E0BDF4A}"/>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0EB038A1-2626-125B-D037-C6D1E7628540}"/>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B4EAFBD0-F184-0EFC-60AA-2BF85E8CD941}"/>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3" name="Rectangle 12">
            <a:extLst>
              <a:ext uri="{FF2B5EF4-FFF2-40B4-BE49-F238E27FC236}">
                <a16:creationId xmlns:a16="http://schemas.microsoft.com/office/drawing/2014/main" id="{DD260952-8C16-9B16-9428-AFB5D9BBB7D4}"/>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03A0B399-1F1F-B933-1F55-657F45D7BB08}"/>
              </a:ext>
            </a:extLst>
          </p:cNvPr>
          <p:cNvSpPr/>
          <p:nvPr/>
        </p:nvSpPr>
        <p:spPr>
          <a:xfrm>
            <a:off x="454139" y="341831"/>
            <a:ext cx="8237349" cy="4062493"/>
          </a:xfrm>
          <a:prstGeom prst="rect">
            <a:avLst/>
          </a:prstGeom>
          <a:solidFill>
            <a:schemeClr val="bg1"/>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Google Shape;73;p16"/>
          <p:cNvSpPr txBox="1">
            <a:spLocks noGrp="1"/>
          </p:cNvSpPr>
          <p:nvPr>
            <p:ph type="body" idx="1"/>
          </p:nvPr>
        </p:nvSpPr>
        <p:spPr>
          <a:xfrm>
            <a:off x="454575" y="638310"/>
            <a:ext cx="3474148" cy="3711684"/>
          </a:xfrm>
          <a:prstGeom prst="rect">
            <a:avLst/>
          </a:prstGeom>
        </p:spPr>
        <p:txBody>
          <a:bodyPr spcFirstLastPara="1" wrap="square" lIns="91425" tIns="91425" rIns="91425" bIns="91425" anchor="t" anchorCtr="0">
            <a:noAutofit/>
          </a:bodyPr>
          <a:lstStyle/>
          <a:p>
            <a:pPr marL="0" indent="0">
              <a:lnSpc>
                <a:spcPct val="100000"/>
              </a:lnSpc>
              <a:spcAft>
                <a:spcPts val="1200"/>
              </a:spcAft>
              <a:buSzPts val="275"/>
              <a:buNone/>
            </a:pPr>
            <a:r>
              <a:rPr lang="en-US" sz="1200" u="sng">
                <a:solidFill>
                  <a:srgbClr val="595959"/>
                </a:solidFill>
                <a:latin typeface="Calibri"/>
                <a:ea typeface="Calibri"/>
                <a:cs typeface="Calibri"/>
                <a:hlinkClick r:id="rId3" action="ppaction://hlinksldjump">
                  <a:extLst>
                    <a:ext uri="{A12FA001-AC4F-418D-AE19-62706E023703}">
                      <ahyp:hlinkClr xmlns:ahyp="http://schemas.microsoft.com/office/drawing/2018/hyperlinkcolor" val="tx"/>
                    </a:ext>
                  </a:extLst>
                </a:hlinkClick>
              </a:rPr>
              <a:t>3. Team Bio</a:t>
            </a:r>
            <a:endParaRPr lang="en-US" sz="1200" u="sng"/>
          </a:p>
          <a:p>
            <a:pPr marL="0" indent="0">
              <a:lnSpc>
                <a:spcPct val="100000"/>
              </a:lnSpc>
              <a:spcAft>
                <a:spcPts val="1200"/>
              </a:spcAft>
              <a:buSzPts val="275"/>
              <a:buNone/>
            </a:pPr>
            <a:r>
              <a:rPr lang="en-US" sz="1200" u="sng">
                <a:solidFill>
                  <a:srgbClr val="595959"/>
                </a:solidFill>
                <a:latin typeface="Calibri"/>
                <a:ea typeface="Calibri"/>
                <a:cs typeface="Calibri"/>
                <a:hlinkClick r:id="" action="ppaction://noaction">
                  <a:extLst>
                    <a:ext uri="{A12FA001-AC4F-418D-AE19-62706E023703}">
                      <ahyp:hlinkClr xmlns:ahyp="http://schemas.microsoft.com/office/drawing/2018/hyperlinkcolor" val="tx"/>
                    </a:ext>
                  </a:extLst>
                </a:hlinkClick>
              </a:rPr>
              <a:t>4. Elevator Pitch</a:t>
            </a:r>
            <a:endParaRPr lang="en-US" sz="1200" u="sng"/>
          </a:p>
          <a:p>
            <a:pPr marL="0" indent="0">
              <a:lnSpc>
                <a:spcPct val="100000"/>
              </a:lnSpc>
              <a:spcAft>
                <a:spcPts val="1200"/>
              </a:spcAft>
              <a:buSzPts val="275"/>
              <a:buNone/>
            </a:pPr>
            <a:r>
              <a:rPr lang="en-US" sz="1200" u="sng">
                <a:solidFill>
                  <a:srgbClr val="595959"/>
                </a:solidFill>
                <a:latin typeface="Calibri"/>
                <a:ea typeface="Calibri"/>
                <a:cs typeface="Calibri"/>
                <a:hlinkClick r:id="rId4" action="ppaction://hlinksldjump">
                  <a:extLst>
                    <a:ext uri="{A12FA001-AC4F-418D-AE19-62706E023703}">
                      <ahyp:hlinkClr xmlns:ahyp="http://schemas.microsoft.com/office/drawing/2018/hyperlinkcolor" val="tx"/>
                    </a:ext>
                  </a:extLst>
                </a:hlinkClick>
              </a:rPr>
              <a:t>5. The Societal Problem</a:t>
            </a:r>
          </a:p>
          <a:p>
            <a:pPr marL="0" indent="0">
              <a:lnSpc>
                <a:spcPct val="100000"/>
              </a:lnSpc>
              <a:spcAft>
                <a:spcPts val="1200"/>
              </a:spcAft>
              <a:buSzPts val="275"/>
              <a:buNone/>
            </a:pPr>
            <a:r>
              <a:rPr lang="en-US" sz="1200" u="sng">
                <a:solidFill>
                  <a:srgbClr val="595959"/>
                </a:solidFill>
                <a:latin typeface="Calibri"/>
                <a:ea typeface="Calibri"/>
                <a:cs typeface="Calibri"/>
                <a:hlinkClick r:id="rId5" action="ppaction://hlinksldjump">
                  <a:extLst>
                    <a:ext uri="{A12FA001-AC4F-418D-AE19-62706E023703}">
                      <ahyp:hlinkClr xmlns:ahyp="http://schemas.microsoft.com/office/drawing/2018/hyperlinkcolor" val="tx"/>
                    </a:ext>
                  </a:extLst>
                </a:hlinkClick>
              </a:rPr>
              <a:t>6. Problem Characteristics</a:t>
            </a:r>
          </a:p>
          <a:p>
            <a:pPr marL="0" indent="0">
              <a:lnSpc>
                <a:spcPct val="100000"/>
              </a:lnSpc>
              <a:spcAft>
                <a:spcPts val="1200"/>
              </a:spcAft>
              <a:buSzPts val="275"/>
              <a:buNone/>
            </a:pPr>
            <a:r>
              <a:rPr lang="en-US" sz="1200" u="sng">
                <a:solidFill>
                  <a:srgbClr val="595959"/>
                </a:solidFill>
                <a:latin typeface="Calibri"/>
                <a:ea typeface="Calibri"/>
                <a:cs typeface="Calibri"/>
                <a:hlinkClick r:id="rId6" action="ppaction://hlinksldjump">
                  <a:extLst>
                    <a:ext uri="{A12FA001-AC4F-418D-AE19-62706E023703}">
                      <ahyp:hlinkClr xmlns:ahyp="http://schemas.microsoft.com/office/drawing/2018/hyperlinkcolor" val="tx"/>
                    </a:ext>
                  </a:extLst>
                </a:hlinkClick>
              </a:rPr>
              <a:t>7. Current Process Flow</a:t>
            </a:r>
          </a:p>
          <a:p>
            <a:pPr marL="0" indent="0">
              <a:lnSpc>
                <a:spcPct val="100000"/>
              </a:lnSpc>
              <a:spcAft>
                <a:spcPts val="1200"/>
              </a:spcAft>
              <a:buSzPts val="275"/>
              <a:buNone/>
            </a:pPr>
            <a:r>
              <a:rPr lang="en-US" sz="1200" u="sng">
                <a:solidFill>
                  <a:srgbClr val="595959"/>
                </a:solidFill>
                <a:latin typeface="Calibri"/>
                <a:ea typeface="Calibri"/>
                <a:cs typeface="Calibri"/>
                <a:hlinkClick r:id="rId7" action="ppaction://hlinksldjump">
                  <a:extLst>
                    <a:ext uri="{A12FA001-AC4F-418D-AE19-62706E023703}">
                      <ahyp:hlinkClr xmlns:ahyp="http://schemas.microsoft.com/office/drawing/2018/hyperlinkcolor" val="tx"/>
                    </a:ext>
                  </a:extLst>
                </a:hlinkClick>
              </a:rPr>
              <a:t>8. Problem Solution</a:t>
            </a:r>
          </a:p>
          <a:p>
            <a:pPr marL="0" indent="0">
              <a:lnSpc>
                <a:spcPct val="100000"/>
              </a:lnSpc>
              <a:spcAft>
                <a:spcPts val="1200"/>
              </a:spcAft>
              <a:buSzPts val="275"/>
              <a:buNone/>
            </a:pPr>
            <a:r>
              <a:rPr lang="en-US" sz="1200" u="sng">
                <a:solidFill>
                  <a:srgbClr val="595959"/>
                </a:solidFill>
                <a:latin typeface="Calibri"/>
                <a:ea typeface="Calibri"/>
                <a:cs typeface="Calibri"/>
                <a:hlinkClick r:id="rId8" action="ppaction://hlinksldjump">
                  <a:extLst>
                    <a:ext uri="{A12FA001-AC4F-418D-AE19-62706E023703}">
                      <ahyp:hlinkClr xmlns:ahyp="http://schemas.microsoft.com/office/drawing/2018/hyperlinkcolor" val="tx"/>
                    </a:ext>
                  </a:extLst>
                </a:hlinkClick>
              </a:rPr>
              <a:t>10. Solution Process Flow</a:t>
            </a:r>
          </a:p>
          <a:p>
            <a:pPr marL="0" indent="0">
              <a:lnSpc>
                <a:spcPct val="100000"/>
              </a:lnSpc>
              <a:spcAft>
                <a:spcPts val="1200"/>
              </a:spcAft>
              <a:buSzPts val="275"/>
              <a:buNone/>
            </a:pPr>
            <a:r>
              <a:rPr lang="en-US" sz="1200" u="sng">
                <a:solidFill>
                  <a:srgbClr val="595959"/>
                </a:solidFill>
                <a:latin typeface="Calibri"/>
                <a:ea typeface="Calibri"/>
                <a:cs typeface="Calibri"/>
                <a:hlinkClick r:id="rId9" action="ppaction://hlinksldjump">
                  <a:extLst>
                    <a:ext uri="{A12FA001-AC4F-418D-AE19-62706E023703}">
                      <ahyp:hlinkClr xmlns:ahyp="http://schemas.microsoft.com/office/drawing/2018/hyperlinkcolor" val="tx"/>
                    </a:ext>
                  </a:extLst>
                </a:hlinkClick>
              </a:rPr>
              <a:t>11. What It Will Do</a:t>
            </a:r>
          </a:p>
          <a:p>
            <a:pPr marL="0" indent="0">
              <a:lnSpc>
                <a:spcPct val="100000"/>
              </a:lnSpc>
              <a:spcAft>
                <a:spcPts val="1200"/>
              </a:spcAft>
              <a:buSzPts val="275"/>
              <a:buNone/>
            </a:pPr>
            <a:r>
              <a:rPr lang="en-US" sz="1200" u="sng">
                <a:solidFill>
                  <a:srgbClr val="595959"/>
                </a:solidFill>
                <a:latin typeface="Calibri"/>
                <a:ea typeface="Calibri"/>
                <a:cs typeface="Calibri"/>
                <a:hlinkClick r:id="rId10" action="ppaction://hlinksldjump">
                  <a:extLst>
                    <a:ext uri="{A12FA001-AC4F-418D-AE19-62706E023703}">
                      <ahyp:hlinkClr xmlns:ahyp="http://schemas.microsoft.com/office/drawing/2018/hyperlinkcolor" val="tx"/>
                    </a:ext>
                  </a:extLst>
                </a:hlinkClick>
              </a:rPr>
              <a:t>12. What It Won't Do</a:t>
            </a:r>
            <a:r>
              <a:rPr lang="en-US" sz="1200" u="sng">
                <a:solidFill>
                  <a:srgbClr val="595959"/>
                </a:solidFill>
                <a:latin typeface="Calibri"/>
                <a:ea typeface="Calibri"/>
                <a:cs typeface="Calibri"/>
              </a:rPr>
              <a:t>  </a:t>
            </a:r>
          </a:p>
          <a:p>
            <a:pPr marL="0" indent="0">
              <a:lnSpc>
                <a:spcPct val="100000"/>
              </a:lnSpc>
              <a:spcAft>
                <a:spcPts val="1200"/>
              </a:spcAft>
              <a:buNone/>
            </a:pPr>
            <a:r>
              <a:rPr lang="en-US" sz="1200" u="sng">
                <a:latin typeface="Calibri"/>
                <a:ea typeface="Calibri"/>
                <a:cs typeface="Calibri"/>
              </a:rPr>
              <a:t>13. Competition Matrix</a:t>
            </a:r>
          </a:p>
          <a:p>
            <a:pPr marL="0" indent="0">
              <a:lnSpc>
                <a:spcPct val="100000"/>
              </a:lnSpc>
              <a:spcAft>
                <a:spcPts val="1200"/>
              </a:spcAft>
              <a:buNone/>
            </a:pPr>
            <a:r>
              <a:rPr lang="en-US" sz="1200" u="sng">
                <a:latin typeface="Calibri"/>
                <a:ea typeface="Calibri"/>
                <a:cs typeface="Calibri"/>
              </a:rPr>
              <a:t>14. Development Tools</a:t>
            </a:r>
          </a:p>
        </p:txBody>
      </p:sp>
      <p:sp>
        <p:nvSpPr>
          <p:cNvPr id="72" name="Google Shape;72;p16"/>
          <p:cNvSpPr txBox="1">
            <a:spLocks noGrp="1"/>
          </p:cNvSpPr>
          <p:nvPr>
            <p:ph type="title"/>
          </p:nvPr>
        </p:nvSpPr>
        <p:spPr>
          <a:xfrm>
            <a:off x="454575" y="342971"/>
            <a:ext cx="8520600" cy="189289"/>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4285F4"/>
                </a:solidFill>
                <a:latin typeface="Fairwater Script"/>
              </a:rPr>
              <a:t>Table of Contents</a:t>
            </a:r>
            <a:endParaRPr b="1">
              <a:solidFill>
                <a:srgbClr val="4285F4"/>
              </a:solidFill>
              <a:latin typeface="Fairwater Script"/>
            </a:endParaRPr>
          </a:p>
        </p:txBody>
      </p:sp>
      <p:sp>
        <p:nvSpPr>
          <p:cNvPr id="2" name="Slide Number Placeholder 1">
            <a:extLst>
              <a:ext uri="{FF2B5EF4-FFF2-40B4-BE49-F238E27FC236}">
                <a16:creationId xmlns:a16="http://schemas.microsoft.com/office/drawing/2014/main" id="{780443BB-F726-8320-226F-2B5396ED94E4}"/>
              </a:ext>
            </a:extLst>
          </p:cNvPr>
          <p:cNvSpPr>
            <a:spLocks noGrp="1"/>
          </p:cNvSpPr>
          <p:nvPr>
            <p:ph type="sldNum" idx="12"/>
          </p:nvPr>
        </p:nvSpPr>
        <p:spPr>
          <a:xfrm>
            <a:off x="8595439" y="4750027"/>
            <a:ext cx="548700" cy="393600"/>
          </a:xfrm>
        </p:spPr>
        <p:txBody>
          <a:bodyPr/>
          <a:lstStyle/>
          <a:p>
            <a:fld id="{00000000-1234-1234-1234-123412341234}" type="slidenum">
              <a:rPr lang="en"/>
              <a:t>2</a:t>
            </a:fld>
            <a:endParaRPr lang="en-GB"/>
          </a:p>
        </p:txBody>
      </p:sp>
      <p:sp>
        <p:nvSpPr>
          <p:cNvPr id="12" name="Google Shape;73;p16">
            <a:extLst>
              <a:ext uri="{FF2B5EF4-FFF2-40B4-BE49-F238E27FC236}">
                <a16:creationId xmlns:a16="http://schemas.microsoft.com/office/drawing/2014/main" id="{74CDBDBC-3779-CA71-E834-8BB04C74C715}"/>
              </a:ext>
            </a:extLst>
          </p:cNvPr>
          <p:cNvSpPr txBox="1">
            <a:spLocks/>
          </p:cNvSpPr>
          <p:nvPr/>
        </p:nvSpPr>
        <p:spPr>
          <a:xfrm>
            <a:off x="4561495" y="635727"/>
            <a:ext cx="3928263" cy="377200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nSpc>
                <a:spcPct val="100000"/>
              </a:lnSpc>
              <a:spcAft>
                <a:spcPts val="1200"/>
              </a:spcAft>
              <a:buSzPts val="275"/>
              <a:buNone/>
            </a:pPr>
            <a:r>
              <a:rPr lang="en-US" sz="1200" u="sng">
                <a:solidFill>
                  <a:srgbClr val="595959"/>
                </a:solidFill>
                <a:latin typeface="Calibri"/>
                <a:ea typeface="Calibri"/>
                <a:cs typeface="Calibri"/>
                <a:hlinkClick r:id="rId11" action="ppaction://hlinksldjump">
                  <a:extLst>
                    <a:ext uri="{A12FA001-AC4F-418D-AE19-62706E023703}">
                      <ahyp:hlinkClr xmlns:ahyp="http://schemas.microsoft.com/office/drawing/2018/hyperlinkcolor" val="tx"/>
                    </a:ext>
                  </a:extLst>
                </a:hlinkClick>
              </a:rPr>
              <a:t>15. Functional Components</a:t>
            </a:r>
          </a:p>
          <a:p>
            <a:pPr marL="0" indent="0">
              <a:lnSpc>
                <a:spcPct val="100000"/>
              </a:lnSpc>
              <a:spcAft>
                <a:spcPts val="1200"/>
              </a:spcAft>
              <a:buSzPts val="275"/>
              <a:buNone/>
            </a:pPr>
            <a:r>
              <a:rPr lang="en-US" sz="1200" u="sng">
                <a:solidFill>
                  <a:srgbClr val="595959"/>
                </a:solidFill>
                <a:latin typeface="Calibri"/>
                <a:ea typeface="Calibri"/>
                <a:cs typeface="Calibri"/>
              </a:rPr>
              <a:t>18</a:t>
            </a:r>
            <a:r>
              <a:rPr lang="en-US" sz="1200" u="sng">
                <a:solidFill>
                  <a:schemeClr val="bg2"/>
                </a:solidFill>
                <a:latin typeface="Calibri"/>
                <a:ea typeface="Calibri"/>
                <a:cs typeface="Calibri"/>
                <a:hlinkClick r:id="" action="ppaction://noaction">
                  <a:extLst>
                    <a:ext uri="{A12FA001-AC4F-418D-AE19-62706E023703}">
                      <ahyp:hlinkClr xmlns:ahyp="http://schemas.microsoft.com/office/drawing/2018/hyperlinkcolor" val="tx"/>
                    </a:ext>
                  </a:extLst>
                </a:hlinkClick>
              </a:rPr>
              <a:t>. Functional Components Diagram</a:t>
            </a:r>
            <a:endParaRPr lang="en-US" sz="1200" u="sng">
              <a:solidFill>
                <a:schemeClr val="bg2"/>
              </a:solidFill>
              <a:latin typeface="Calibri"/>
              <a:ea typeface="Calibri"/>
              <a:cs typeface="Calibri"/>
            </a:endParaRPr>
          </a:p>
          <a:p>
            <a:pPr marL="0" indent="0">
              <a:lnSpc>
                <a:spcPct val="100000"/>
              </a:lnSpc>
              <a:spcAft>
                <a:spcPts val="1200"/>
              </a:spcAft>
              <a:buSzPts val="275"/>
              <a:buNone/>
            </a:pPr>
            <a:r>
              <a:rPr lang="en-US" sz="1200" u="sng">
                <a:solidFill>
                  <a:schemeClr val="bg2"/>
                </a:solidFill>
                <a:latin typeface="Calibri"/>
                <a:ea typeface="Calibri"/>
                <a:cs typeface="Calibri"/>
                <a:hlinkClick r:id="rId12" action="ppaction://hlinksldjump">
                  <a:extLst>
                    <a:ext uri="{A12FA001-AC4F-418D-AE19-62706E023703}">
                      <ahyp:hlinkClr xmlns:ahyp="http://schemas.microsoft.com/office/drawing/2018/hyperlinkcolor" val="tx"/>
                    </a:ext>
                  </a:extLst>
                </a:hlinkClick>
              </a:rPr>
              <a:t>19. Ri</a:t>
            </a:r>
            <a:r>
              <a:rPr lang="en-US" sz="1200" u="sng" err="1">
                <a:solidFill>
                  <a:srgbClr val="595959"/>
                </a:solidFill>
                <a:latin typeface="Calibri"/>
                <a:ea typeface="Calibri"/>
                <a:cs typeface="Calibri"/>
                <a:hlinkClick r:id="" action="ppaction://noaction">
                  <a:extLst>
                    <a:ext uri="{A12FA001-AC4F-418D-AE19-62706E023703}">
                      <ahyp:hlinkClr xmlns:ahyp="http://schemas.microsoft.com/office/drawing/2018/hyperlinkcolor" val="tx"/>
                    </a:ext>
                  </a:extLst>
                </a:hlinkClick>
              </a:rPr>
              <a:t>sks</a:t>
            </a:r>
            <a:endParaRPr lang="en-US" sz="1200" u="sng">
              <a:solidFill>
                <a:srgbClr val="595959"/>
              </a:solidFill>
              <a:latin typeface="Calibri"/>
              <a:ea typeface="Calibri"/>
              <a:cs typeface="Calibri"/>
            </a:endParaRPr>
          </a:p>
          <a:p>
            <a:pPr marL="0" indent="0">
              <a:lnSpc>
                <a:spcPct val="100000"/>
              </a:lnSpc>
              <a:spcAft>
                <a:spcPts val="1200"/>
              </a:spcAft>
              <a:buSzPts val="275"/>
              <a:buNone/>
            </a:pPr>
            <a:r>
              <a:rPr lang="en-US" sz="1200" u="sng">
                <a:solidFill>
                  <a:schemeClr val="bg2"/>
                </a:solidFill>
                <a:latin typeface="Calibri"/>
                <a:ea typeface="Calibri"/>
                <a:cs typeface="Calibri"/>
              </a:rPr>
              <a:t>24. Work Breakdown Structure</a:t>
            </a:r>
          </a:p>
          <a:p>
            <a:pPr marL="0" indent="0">
              <a:lnSpc>
                <a:spcPct val="100000"/>
              </a:lnSpc>
              <a:spcAft>
                <a:spcPts val="1200"/>
              </a:spcAft>
              <a:buSzPts val="275"/>
              <a:buNone/>
            </a:pPr>
            <a:r>
              <a:rPr lang="en-US" sz="1200" u="sng">
                <a:solidFill>
                  <a:schemeClr val="bg2"/>
                </a:solidFill>
                <a:latin typeface="Calibri"/>
                <a:ea typeface="Calibri"/>
                <a:cs typeface="Calibri"/>
              </a:rPr>
              <a:t>25. Algorithms</a:t>
            </a:r>
          </a:p>
          <a:p>
            <a:pPr marL="0" indent="0">
              <a:lnSpc>
                <a:spcPct val="100000"/>
              </a:lnSpc>
              <a:spcAft>
                <a:spcPts val="1200"/>
              </a:spcAft>
              <a:buSzPts val="275"/>
              <a:buNone/>
            </a:pPr>
            <a:r>
              <a:rPr lang="en-US" sz="1200" u="sng">
                <a:solidFill>
                  <a:schemeClr val="bg2"/>
                </a:solidFill>
                <a:latin typeface="Calibri"/>
                <a:ea typeface="Calibri"/>
                <a:cs typeface="Calibri"/>
              </a:rPr>
              <a:t>27. Database Schema</a:t>
            </a:r>
          </a:p>
          <a:p>
            <a:pPr marL="0" indent="0">
              <a:lnSpc>
                <a:spcPct val="100000"/>
              </a:lnSpc>
              <a:spcAft>
                <a:spcPts val="1200"/>
              </a:spcAft>
              <a:buSzPts val="275"/>
              <a:buNone/>
            </a:pPr>
            <a:r>
              <a:rPr lang="en-US" sz="1200" u="sng">
                <a:solidFill>
                  <a:schemeClr val="bg2"/>
                </a:solidFill>
                <a:latin typeface="Calibri"/>
                <a:ea typeface="Calibri"/>
                <a:cs typeface="Calibri"/>
              </a:rPr>
              <a:t>28. Real World Product vs Prototype</a:t>
            </a:r>
          </a:p>
          <a:p>
            <a:pPr marL="0" indent="0">
              <a:lnSpc>
                <a:spcPct val="100000"/>
              </a:lnSpc>
              <a:spcAft>
                <a:spcPts val="1200"/>
              </a:spcAft>
              <a:buSzPts val="275"/>
              <a:buNone/>
            </a:pPr>
            <a:r>
              <a:rPr lang="en-US" sz="1200" u="sng">
                <a:solidFill>
                  <a:schemeClr val="bg2"/>
                </a:solidFill>
                <a:latin typeface="Calibri"/>
                <a:ea typeface="Calibri"/>
                <a:cs typeface="Calibri"/>
                <a:hlinkClick r:id="rId13" action="ppaction://hlinksldjump">
                  <a:extLst>
                    <a:ext uri="{A12FA001-AC4F-418D-AE19-62706E023703}">
                      <ahyp:hlinkClr xmlns:ahyp="http://schemas.microsoft.com/office/drawing/2018/hyperlinkcolor" val="tx"/>
                    </a:ext>
                  </a:extLst>
                </a:hlinkClick>
              </a:rPr>
              <a:t>29. Conclusion</a:t>
            </a:r>
          </a:p>
          <a:p>
            <a:pPr marL="0" indent="0">
              <a:lnSpc>
                <a:spcPct val="100000"/>
              </a:lnSpc>
              <a:spcAft>
                <a:spcPts val="1200"/>
              </a:spcAft>
              <a:buSzPts val="275"/>
              <a:buFont typeface="Arial"/>
              <a:buNone/>
            </a:pPr>
            <a:r>
              <a:rPr lang="en-US" sz="1200" u="sng">
                <a:solidFill>
                  <a:srgbClr val="595959"/>
                </a:solidFill>
                <a:latin typeface="Calibri"/>
                <a:ea typeface="Calibri"/>
                <a:cs typeface="Calibri"/>
                <a:hlinkClick r:id="rId14" action="ppaction://hlinksldjump">
                  <a:extLst>
                    <a:ext uri="{A12FA001-AC4F-418D-AE19-62706E023703}">
                      <ahyp:hlinkClr xmlns:ahyp="http://schemas.microsoft.com/office/drawing/2018/hyperlinkcolor" val="tx"/>
                    </a:ext>
                  </a:extLst>
                </a:hlinkClick>
              </a:rPr>
              <a:t>30. References</a:t>
            </a:r>
          </a:p>
          <a:p>
            <a:pPr marL="0" indent="0">
              <a:lnSpc>
                <a:spcPct val="100000"/>
              </a:lnSpc>
              <a:spcAft>
                <a:spcPts val="1200"/>
              </a:spcAft>
              <a:buSzPts val="275"/>
              <a:buFont typeface="Arial"/>
              <a:buNone/>
            </a:pPr>
            <a:r>
              <a:rPr lang="en-US" sz="1200" u="sng">
                <a:solidFill>
                  <a:srgbClr val="595959"/>
                </a:solidFill>
                <a:latin typeface="Calibri"/>
                <a:ea typeface="Calibri"/>
                <a:cs typeface="Calibri"/>
                <a:hlinkClick r:id="rId15" action="ppaction://hlinksldjump">
                  <a:extLst>
                    <a:ext uri="{A12FA001-AC4F-418D-AE19-62706E023703}">
                      <ahyp:hlinkClr xmlns:ahyp="http://schemas.microsoft.com/office/drawing/2018/hyperlinkcolor" val="tx"/>
                    </a:ext>
                  </a:extLst>
                </a:hlinkClick>
              </a:rPr>
              <a:t>31. Appendix</a:t>
            </a:r>
            <a:r>
              <a:rPr lang="en-US" sz="1200" u="sng">
                <a:solidFill>
                  <a:srgbClr val="595959"/>
                </a:solidFill>
                <a:latin typeface="Calibri"/>
                <a:ea typeface="Calibri"/>
                <a:cs typeface="Calibri"/>
              </a:rPr>
              <a:t>  </a:t>
            </a:r>
          </a:p>
          <a:p>
            <a:pPr marL="0" indent="0">
              <a:lnSpc>
                <a:spcPct val="100000"/>
              </a:lnSpc>
              <a:spcAft>
                <a:spcPts val="1200"/>
              </a:spcAft>
              <a:buNone/>
            </a:pPr>
            <a:r>
              <a:rPr lang="en-US" sz="1200" u="sng">
                <a:solidFill>
                  <a:srgbClr val="595959"/>
                </a:solidFill>
                <a:latin typeface="Calibri"/>
                <a:ea typeface="Calibri"/>
                <a:cs typeface="Calibri"/>
                <a:hlinkClick r:id="" action="ppaction://noaction">
                  <a:extLst>
                    <a:ext uri="{A12FA001-AC4F-418D-AE19-62706E023703}">
                      <ahyp:hlinkClr xmlns:ahyp="http://schemas.microsoft.com/office/drawing/2018/hyperlinkcolor" val="tx"/>
                    </a:ext>
                  </a:extLst>
                </a:hlinkClick>
              </a:rPr>
              <a:t>33. Glossary</a:t>
            </a:r>
            <a:endParaRPr lang="en-US" sz="1200" u="sng">
              <a:latin typeface="Calibri"/>
              <a:ea typeface="Calibri"/>
              <a:cs typeface="Calibri"/>
            </a:endParaRPr>
          </a:p>
          <a:p>
            <a:pPr marL="0" indent="0">
              <a:lnSpc>
                <a:spcPct val="100000"/>
              </a:lnSpc>
              <a:spcAft>
                <a:spcPts val="1200"/>
              </a:spcAft>
              <a:buSzPts val="275"/>
              <a:buNone/>
            </a:pPr>
            <a:endParaRPr lang="en-US" sz="1200" u="sng">
              <a:solidFill>
                <a:srgbClr val="595959"/>
              </a:solidFill>
              <a:latin typeface="Calibri"/>
              <a:ea typeface="Calibri"/>
              <a:cs typeface="Calibri"/>
            </a:endParaRPr>
          </a:p>
        </p:txBody>
      </p:sp>
      <p:sp>
        <p:nvSpPr>
          <p:cNvPr id="16" name="Rectangle 15">
            <a:extLst>
              <a:ext uri="{FF2B5EF4-FFF2-40B4-BE49-F238E27FC236}">
                <a16:creationId xmlns:a16="http://schemas.microsoft.com/office/drawing/2014/main" id="{30609CF7-5750-09D8-29EB-48AF640E3B9F}"/>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8B9A31D8-8933-BB83-A4B5-2905C96E2FE2}"/>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Tree>
    <p:extLst>
      <p:ext uri="{BB962C8B-B14F-4D97-AF65-F5344CB8AC3E}">
        <p14:creationId xmlns:p14="http://schemas.microsoft.com/office/powerpoint/2010/main" val="4648833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C3A20D34-BB37-7F5C-0970-9B1AE276AF82}"/>
              </a:ext>
            </a:extLst>
          </p:cNvPr>
          <p:cNvGrpSpPr/>
          <p:nvPr/>
        </p:nvGrpSpPr>
        <p:grpSpPr>
          <a:xfrm>
            <a:off x="1262" y="-142"/>
            <a:ext cx="9146016" cy="5141405"/>
            <a:chOff x="1263" y="-142"/>
            <a:chExt cx="10058400" cy="914401"/>
          </a:xfrm>
        </p:grpSpPr>
        <p:sp>
          <p:nvSpPr>
            <p:cNvPr id="19" name="Rectangle 18">
              <a:extLst>
                <a:ext uri="{FF2B5EF4-FFF2-40B4-BE49-F238E27FC236}">
                  <a16:creationId xmlns:a16="http://schemas.microsoft.com/office/drawing/2014/main" id="{9C445CC0-7B03-766C-39C7-ABC5F67B3781}"/>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26242A73-75B6-F8A7-2ACB-B670991C6A47}"/>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FF375552-1CD4-3328-B91A-6688271C60DB}"/>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5D47A99B-5512-F48C-1960-7D102E9D0590}"/>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4A88FE9E-7507-EE4F-9941-22EDAD2ACA25}"/>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9179E636-1E06-BC24-69C8-21830D4F6176}"/>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7" name="Rectangle 26">
            <a:extLst>
              <a:ext uri="{FF2B5EF4-FFF2-40B4-BE49-F238E27FC236}">
                <a16:creationId xmlns:a16="http://schemas.microsoft.com/office/drawing/2014/main" id="{C470E48D-80E4-BC3E-211B-3E1CC38CB7B7}"/>
              </a:ext>
            </a:extLst>
          </p:cNvPr>
          <p:cNvSpPr/>
          <p:nvPr/>
        </p:nvSpPr>
        <p:spPr>
          <a:xfrm>
            <a:off x="308843" y="186849"/>
            <a:ext cx="8527942" cy="4663052"/>
          </a:xfrm>
          <a:prstGeom prst="rect">
            <a:avLst/>
          </a:prstGeom>
          <a:solidFill>
            <a:srgbClr val="964C21"/>
          </a:solidFill>
          <a:ln w="12700">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pic>
        <p:nvPicPr>
          <p:cNvPr id="32" name="Picture 31" descr="The Photo of a corkboard by PhotoAuthor is licensed under CCYYSA.">
            <a:extLst>
              <a:ext uri="{FF2B5EF4-FFF2-40B4-BE49-F238E27FC236}">
                <a16:creationId xmlns:a16="http://schemas.microsoft.com/office/drawing/2014/main" id="{FA5401DE-237A-CC39-15B6-0C3EAADC8A9D}"/>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449451" y="344353"/>
            <a:ext cx="8235411" cy="4348243"/>
          </a:xfrm>
          <a:prstGeom prst="rect">
            <a:avLst/>
          </a:prstGeom>
          <a:ln w="12700">
            <a:solidFill>
              <a:srgbClr val="5E3019"/>
            </a:solidFill>
          </a:ln>
        </p:spPr>
      </p:pic>
      <p:sp>
        <p:nvSpPr>
          <p:cNvPr id="40" name="Rectangle 39">
            <a:extLst>
              <a:ext uri="{FF2B5EF4-FFF2-40B4-BE49-F238E27FC236}">
                <a16:creationId xmlns:a16="http://schemas.microsoft.com/office/drawing/2014/main" id="{56ABA4F5-1EE8-B274-7604-54F6A3BF75B6}"/>
              </a:ext>
            </a:extLst>
          </p:cNvPr>
          <p:cNvSpPr/>
          <p:nvPr/>
        </p:nvSpPr>
        <p:spPr>
          <a:xfrm>
            <a:off x="4142479" y="475961"/>
            <a:ext cx="1757119" cy="1863671"/>
          </a:xfrm>
          <a:prstGeom prst="rect">
            <a:avLst/>
          </a:prstGeom>
          <a:solidFill>
            <a:srgbClr val="F7F7F7"/>
          </a:solidFill>
          <a:ln>
            <a:solidFill>
              <a:schemeClr val="bg1">
                <a:lumMod val="75000"/>
              </a:schemeClr>
            </a:solidFill>
          </a:ln>
        </p:spPr>
        <p:style>
          <a:lnRef idx="0">
            <a:schemeClr val="accent2"/>
          </a:lnRef>
          <a:fillRef idx="3">
            <a:schemeClr val="accent2"/>
          </a:fillRef>
          <a:effectRef idx="3">
            <a:schemeClr val="accent2"/>
          </a:effectRef>
          <a:fontRef idx="minor">
            <a:schemeClr val="lt1"/>
          </a:fontRef>
        </p:style>
        <p:txBody>
          <a:bodyPr lIns="91440" tIns="45720" rIns="91440" bIns="45720" rtlCol="0" anchor="b"/>
          <a:lstStyle/>
          <a:p>
            <a:pPr algn="ctr">
              <a:spcAft>
                <a:spcPts val="1000"/>
              </a:spcAft>
            </a:pPr>
            <a:r>
              <a:rPr lang="en-GB" b="1">
                <a:solidFill>
                  <a:schemeClr val="tx1"/>
                </a:solidFill>
                <a:latin typeface="Bradley Hand ITC"/>
                <a:cs typeface="Arial"/>
              </a:rPr>
              <a:t>Christian Biehn</a:t>
            </a:r>
          </a:p>
        </p:txBody>
      </p:sp>
      <p:pic>
        <p:nvPicPr>
          <p:cNvPr id="17" name="Picture 16" descr="Christian Biehn">
            <a:extLst>
              <a:ext uri="{FF2B5EF4-FFF2-40B4-BE49-F238E27FC236}">
                <a16:creationId xmlns:a16="http://schemas.microsoft.com/office/drawing/2014/main" id="{AFB45840-4604-2548-54AD-4408048BEED7}"/>
              </a:ext>
            </a:extLst>
          </p:cNvPr>
          <p:cNvPicPr>
            <a:picLocks noChangeAspect="1"/>
          </p:cNvPicPr>
          <p:nvPr/>
        </p:nvPicPr>
        <p:blipFill>
          <a:blip r:embed="rId4"/>
          <a:srcRect t="-129" r="45372" b="6760"/>
          <a:stretch>
            <a:fillRect/>
          </a:stretch>
        </p:blipFill>
        <p:spPr>
          <a:xfrm>
            <a:off x="4213601" y="561945"/>
            <a:ext cx="1613248" cy="1365138"/>
          </a:xfrm>
          <a:prstGeom prst="rect">
            <a:avLst/>
          </a:prstGeom>
        </p:spPr>
      </p:pic>
      <p:sp>
        <p:nvSpPr>
          <p:cNvPr id="54" name="Rectangle 53">
            <a:extLst>
              <a:ext uri="{FF2B5EF4-FFF2-40B4-BE49-F238E27FC236}">
                <a16:creationId xmlns:a16="http://schemas.microsoft.com/office/drawing/2014/main" id="{C5F80B79-F0DC-C1AD-9D32-0AD46353F1F6}"/>
              </a:ext>
            </a:extLst>
          </p:cNvPr>
          <p:cNvSpPr/>
          <p:nvPr/>
        </p:nvSpPr>
        <p:spPr>
          <a:xfrm>
            <a:off x="6874056" y="2713529"/>
            <a:ext cx="1757119" cy="1863671"/>
          </a:xfrm>
          <a:prstGeom prst="rect">
            <a:avLst/>
          </a:prstGeom>
          <a:solidFill>
            <a:srgbClr val="F7F7F7"/>
          </a:solidFill>
          <a:ln>
            <a:solidFill>
              <a:schemeClr val="bg1">
                <a:lumMod val="75000"/>
              </a:schemeClr>
            </a:solidFill>
          </a:ln>
        </p:spPr>
        <p:style>
          <a:lnRef idx="0">
            <a:schemeClr val="accent2"/>
          </a:lnRef>
          <a:fillRef idx="3">
            <a:schemeClr val="accent2"/>
          </a:fillRef>
          <a:effectRef idx="3">
            <a:schemeClr val="accent2"/>
          </a:effectRef>
          <a:fontRef idx="minor">
            <a:schemeClr val="lt1"/>
          </a:fontRef>
        </p:style>
        <p:txBody>
          <a:bodyPr lIns="91440" tIns="45720" rIns="91440" bIns="45720" rtlCol="0" anchor="b"/>
          <a:lstStyle/>
          <a:p>
            <a:pPr algn="ctr">
              <a:spcAft>
                <a:spcPts val="1000"/>
              </a:spcAft>
            </a:pPr>
            <a:r>
              <a:rPr lang="en-GB" b="1">
                <a:solidFill>
                  <a:schemeClr val="tx1"/>
                </a:solidFill>
                <a:latin typeface="Bradley Hand ITC"/>
                <a:cs typeface="Arial"/>
              </a:rPr>
              <a:t>Hannah Gill</a:t>
            </a:r>
          </a:p>
        </p:txBody>
      </p:sp>
      <p:pic>
        <p:nvPicPr>
          <p:cNvPr id="55" name="Picture 54" descr="Hannah Gill">
            <a:extLst>
              <a:ext uri="{FF2B5EF4-FFF2-40B4-BE49-F238E27FC236}">
                <a16:creationId xmlns:a16="http://schemas.microsoft.com/office/drawing/2014/main" id="{04F39D49-46A4-D45E-863D-228ADA5249EC}"/>
              </a:ext>
            </a:extLst>
          </p:cNvPr>
          <p:cNvPicPr>
            <a:picLocks noChangeAspect="1"/>
          </p:cNvPicPr>
          <p:nvPr/>
        </p:nvPicPr>
        <p:blipFill>
          <a:blip r:embed="rId5"/>
          <a:srcRect t="21723" b="21723"/>
          <a:stretch>
            <a:fillRect/>
          </a:stretch>
        </p:blipFill>
        <p:spPr>
          <a:xfrm>
            <a:off x="6945178" y="2799513"/>
            <a:ext cx="1613248" cy="1365138"/>
          </a:xfrm>
          <a:prstGeom prst="rect">
            <a:avLst/>
          </a:prstGeom>
        </p:spPr>
      </p:pic>
      <p:sp>
        <p:nvSpPr>
          <p:cNvPr id="56" name="Rectangle 55">
            <a:extLst>
              <a:ext uri="{FF2B5EF4-FFF2-40B4-BE49-F238E27FC236}">
                <a16:creationId xmlns:a16="http://schemas.microsoft.com/office/drawing/2014/main" id="{5D9996BD-C9FD-266B-D223-4F5B7664331C}"/>
              </a:ext>
            </a:extLst>
          </p:cNvPr>
          <p:cNvSpPr/>
          <p:nvPr/>
        </p:nvSpPr>
        <p:spPr>
          <a:xfrm>
            <a:off x="1914597" y="466274"/>
            <a:ext cx="1757119" cy="1863671"/>
          </a:xfrm>
          <a:prstGeom prst="rect">
            <a:avLst/>
          </a:prstGeom>
          <a:solidFill>
            <a:srgbClr val="F7F7F7"/>
          </a:solidFill>
          <a:ln>
            <a:solidFill>
              <a:schemeClr val="bg1">
                <a:lumMod val="75000"/>
              </a:schemeClr>
            </a:solidFill>
          </a:ln>
        </p:spPr>
        <p:style>
          <a:lnRef idx="0">
            <a:schemeClr val="accent2"/>
          </a:lnRef>
          <a:fillRef idx="3">
            <a:schemeClr val="accent2"/>
          </a:fillRef>
          <a:effectRef idx="3">
            <a:schemeClr val="accent2"/>
          </a:effectRef>
          <a:fontRef idx="minor">
            <a:schemeClr val="lt1"/>
          </a:fontRef>
        </p:style>
        <p:txBody>
          <a:bodyPr lIns="91440" tIns="45720" rIns="91440" bIns="45720" rtlCol="0" anchor="b"/>
          <a:lstStyle/>
          <a:p>
            <a:pPr algn="ctr">
              <a:spcAft>
                <a:spcPts val="1000"/>
              </a:spcAft>
            </a:pPr>
            <a:r>
              <a:rPr lang="en-GB" b="1">
                <a:solidFill>
                  <a:schemeClr val="tx1"/>
                </a:solidFill>
                <a:latin typeface="Bradley Hand ITC"/>
                <a:cs typeface="Arial"/>
              </a:rPr>
              <a:t>Dillon Sapp</a:t>
            </a:r>
          </a:p>
        </p:txBody>
      </p:sp>
      <p:pic>
        <p:nvPicPr>
          <p:cNvPr id="57" name="Picture 56" descr="Dillon Sapp">
            <a:extLst>
              <a:ext uri="{FF2B5EF4-FFF2-40B4-BE49-F238E27FC236}">
                <a16:creationId xmlns:a16="http://schemas.microsoft.com/office/drawing/2014/main" id="{A047CF0A-73F0-1E59-B9B3-2878EE26206D}"/>
              </a:ext>
            </a:extLst>
          </p:cNvPr>
          <p:cNvPicPr>
            <a:picLocks noChangeAspect="1"/>
          </p:cNvPicPr>
          <p:nvPr/>
        </p:nvPicPr>
        <p:blipFill>
          <a:blip r:embed="rId6"/>
          <a:srcRect t="7690" b="7690"/>
          <a:stretch>
            <a:fillRect/>
          </a:stretch>
        </p:blipFill>
        <p:spPr>
          <a:xfrm>
            <a:off x="1985719" y="552258"/>
            <a:ext cx="1613248" cy="1365138"/>
          </a:xfrm>
          <a:prstGeom prst="rect">
            <a:avLst/>
          </a:prstGeom>
        </p:spPr>
      </p:pic>
      <p:sp>
        <p:nvSpPr>
          <p:cNvPr id="60" name="Rectangle 59">
            <a:extLst>
              <a:ext uri="{FF2B5EF4-FFF2-40B4-BE49-F238E27FC236}">
                <a16:creationId xmlns:a16="http://schemas.microsoft.com/office/drawing/2014/main" id="{4228ABAA-AEFC-FAA7-77C0-BADEFBD41675}"/>
              </a:ext>
            </a:extLst>
          </p:cNvPr>
          <p:cNvSpPr/>
          <p:nvPr/>
        </p:nvSpPr>
        <p:spPr>
          <a:xfrm>
            <a:off x="6428478" y="485647"/>
            <a:ext cx="1757119" cy="1863671"/>
          </a:xfrm>
          <a:prstGeom prst="rect">
            <a:avLst/>
          </a:prstGeom>
          <a:solidFill>
            <a:srgbClr val="F7F7F7"/>
          </a:solidFill>
          <a:ln>
            <a:solidFill>
              <a:schemeClr val="bg1">
                <a:lumMod val="75000"/>
              </a:schemeClr>
            </a:solidFill>
          </a:ln>
        </p:spPr>
        <p:style>
          <a:lnRef idx="0">
            <a:schemeClr val="accent2"/>
          </a:lnRef>
          <a:fillRef idx="3">
            <a:schemeClr val="accent2"/>
          </a:fillRef>
          <a:effectRef idx="3">
            <a:schemeClr val="accent2"/>
          </a:effectRef>
          <a:fontRef idx="minor">
            <a:schemeClr val="lt1"/>
          </a:fontRef>
        </p:style>
        <p:txBody>
          <a:bodyPr lIns="91440" tIns="45720" rIns="91440" bIns="45720" rtlCol="0" anchor="b"/>
          <a:lstStyle/>
          <a:p>
            <a:pPr algn="ctr">
              <a:spcAft>
                <a:spcPts val="1000"/>
              </a:spcAft>
            </a:pPr>
            <a:r>
              <a:rPr lang="en-GB" b="1">
                <a:solidFill>
                  <a:schemeClr val="tx1"/>
                </a:solidFill>
                <a:latin typeface="Bradley Hand ITC"/>
                <a:cs typeface="Arial"/>
              </a:rPr>
              <a:t>Cody Donahue</a:t>
            </a:r>
          </a:p>
        </p:txBody>
      </p:sp>
      <p:pic>
        <p:nvPicPr>
          <p:cNvPr id="61" name="Picture 60" descr="Cody Donahue">
            <a:extLst>
              <a:ext uri="{FF2B5EF4-FFF2-40B4-BE49-F238E27FC236}">
                <a16:creationId xmlns:a16="http://schemas.microsoft.com/office/drawing/2014/main" id="{8883D762-C7FD-3069-554B-107975E75974}"/>
              </a:ext>
            </a:extLst>
          </p:cNvPr>
          <p:cNvPicPr>
            <a:picLocks noChangeAspect="1"/>
          </p:cNvPicPr>
          <p:nvPr/>
        </p:nvPicPr>
        <p:blipFill>
          <a:blip r:embed="rId7"/>
          <a:srcRect t="7918" b="7918"/>
          <a:stretch>
            <a:fillRect/>
          </a:stretch>
        </p:blipFill>
        <p:spPr>
          <a:xfrm>
            <a:off x="6499600" y="571631"/>
            <a:ext cx="1613248" cy="1365138"/>
          </a:xfrm>
          <a:prstGeom prst="rect">
            <a:avLst/>
          </a:prstGeom>
        </p:spPr>
      </p:pic>
      <p:sp>
        <p:nvSpPr>
          <p:cNvPr id="62" name="Rectangle 61">
            <a:extLst>
              <a:ext uri="{FF2B5EF4-FFF2-40B4-BE49-F238E27FC236}">
                <a16:creationId xmlns:a16="http://schemas.microsoft.com/office/drawing/2014/main" id="{CC6E37AA-E1EB-2F93-005D-28CD7A06AF54}"/>
              </a:ext>
            </a:extLst>
          </p:cNvPr>
          <p:cNvSpPr/>
          <p:nvPr/>
        </p:nvSpPr>
        <p:spPr>
          <a:xfrm>
            <a:off x="4723665" y="2732901"/>
            <a:ext cx="1757119" cy="1863671"/>
          </a:xfrm>
          <a:prstGeom prst="rect">
            <a:avLst/>
          </a:prstGeom>
          <a:solidFill>
            <a:srgbClr val="F7F7F7"/>
          </a:solidFill>
          <a:ln>
            <a:solidFill>
              <a:schemeClr val="bg1">
                <a:lumMod val="75000"/>
              </a:schemeClr>
            </a:solidFill>
          </a:ln>
        </p:spPr>
        <p:style>
          <a:lnRef idx="0">
            <a:schemeClr val="accent2"/>
          </a:lnRef>
          <a:fillRef idx="3">
            <a:schemeClr val="accent2"/>
          </a:fillRef>
          <a:effectRef idx="3">
            <a:schemeClr val="accent2"/>
          </a:effectRef>
          <a:fontRef idx="minor">
            <a:schemeClr val="lt1"/>
          </a:fontRef>
        </p:style>
        <p:txBody>
          <a:bodyPr lIns="91440" tIns="45720" rIns="91440" bIns="45720" rtlCol="0" anchor="b"/>
          <a:lstStyle/>
          <a:p>
            <a:pPr algn="ctr">
              <a:spcAft>
                <a:spcPts val="1000"/>
              </a:spcAft>
            </a:pPr>
            <a:r>
              <a:rPr lang="en-GB" b="1">
                <a:solidFill>
                  <a:schemeClr val="tx1"/>
                </a:solidFill>
                <a:latin typeface="Bradley Hand ITC"/>
                <a:cs typeface="Arial"/>
              </a:rPr>
              <a:t>Alex Gignac</a:t>
            </a:r>
            <a:endParaRPr lang="en-US" b="1">
              <a:solidFill>
                <a:schemeClr val="tx1"/>
              </a:solidFill>
              <a:latin typeface="Bradley Hand ITC"/>
            </a:endParaRPr>
          </a:p>
        </p:txBody>
      </p:sp>
      <p:pic>
        <p:nvPicPr>
          <p:cNvPr id="63" name="Picture 62" descr="Alex Gignac">
            <a:extLst>
              <a:ext uri="{FF2B5EF4-FFF2-40B4-BE49-F238E27FC236}">
                <a16:creationId xmlns:a16="http://schemas.microsoft.com/office/drawing/2014/main" id="{7C2BBAC3-67E0-86A3-463D-17D694E9CDBE}"/>
              </a:ext>
            </a:extLst>
          </p:cNvPr>
          <p:cNvPicPr>
            <a:picLocks noChangeAspect="1"/>
          </p:cNvPicPr>
          <p:nvPr/>
        </p:nvPicPr>
        <p:blipFill>
          <a:blip r:embed="rId8"/>
          <a:srcRect l="205" t="901" r="-205" b="35586"/>
          <a:stretch>
            <a:fillRect/>
          </a:stretch>
        </p:blipFill>
        <p:spPr>
          <a:xfrm>
            <a:off x="4794787" y="2818885"/>
            <a:ext cx="1613250" cy="1367282"/>
          </a:xfrm>
          <a:prstGeom prst="rect">
            <a:avLst/>
          </a:prstGeom>
        </p:spPr>
      </p:pic>
      <p:sp>
        <p:nvSpPr>
          <p:cNvPr id="64" name="Rectangle 63">
            <a:extLst>
              <a:ext uri="{FF2B5EF4-FFF2-40B4-BE49-F238E27FC236}">
                <a16:creationId xmlns:a16="http://schemas.microsoft.com/office/drawing/2014/main" id="{DD4BC018-B615-180E-C6C6-DF01E68DD303}"/>
              </a:ext>
            </a:extLst>
          </p:cNvPr>
          <p:cNvSpPr/>
          <p:nvPr/>
        </p:nvSpPr>
        <p:spPr>
          <a:xfrm>
            <a:off x="2592648" y="2713528"/>
            <a:ext cx="1757119" cy="1863671"/>
          </a:xfrm>
          <a:prstGeom prst="rect">
            <a:avLst/>
          </a:prstGeom>
          <a:solidFill>
            <a:srgbClr val="F7F7F7"/>
          </a:solidFill>
          <a:ln>
            <a:solidFill>
              <a:schemeClr val="bg1">
                <a:lumMod val="75000"/>
              </a:schemeClr>
            </a:solidFill>
          </a:ln>
        </p:spPr>
        <p:style>
          <a:lnRef idx="0">
            <a:schemeClr val="accent2"/>
          </a:lnRef>
          <a:fillRef idx="3">
            <a:schemeClr val="accent2"/>
          </a:fillRef>
          <a:effectRef idx="3">
            <a:schemeClr val="accent2"/>
          </a:effectRef>
          <a:fontRef idx="minor">
            <a:schemeClr val="lt1"/>
          </a:fontRef>
        </p:style>
        <p:txBody>
          <a:bodyPr lIns="91440" tIns="45720" rIns="91440" bIns="45720" rtlCol="0" anchor="b"/>
          <a:lstStyle/>
          <a:p>
            <a:pPr algn="ctr">
              <a:spcAft>
                <a:spcPts val="1000"/>
              </a:spcAft>
            </a:pPr>
            <a:r>
              <a:rPr lang="en-GB" b="1">
                <a:solidFill>
                  <a:schemeClr val="tx1"/>
                </a:solidFill>
                <a:latin typeface="Bradley Hand ITC"/>
                <a:cs typeface="Arial"/>
              </a:rPr>
              <a:t>Brianna Thomas</a:t>
            </a:r>
          </a:p>
        </p:txBody>
      </p:sp>
      <p:pic>
        <p:nvPicPr>
          <p:cNvPr id="65" name="Picture 64" descr="Brianna Thomas">
            <a:extLst>
              <a:ext uri="{FF2B5EF4-FFF2-40B4-BE49-F238E27FC236}">
                <a16:creationId xmlns:a16="http://schemas.microsoft.com/office/drawing/2014/main" id="{A6B1F62A-22A0-D037-7928-8A146BC2323E}"/>
              </a:ext>
            </a:extLst>
          </p:cNvPr>
          <p:cNvPicPr>
            <a:picLocks noChangeAspect="1"/>
          </p:cNvPicPr>
          <p:nvPr/>
        </p:nvPicPr>
        <p:blipFill>
          <a:blip r:embed="rId9"/>
          <a:srcRect l="205" t="3207" r="-205" b="51014"/>
          <a:stretch>
            <a:fillRect/>
          </a:stretch>
        </p:blipFill>
        <p:spPr>
          <a:xfrm>
            <a:off x="2663770" y="2799512"/>
            <a:ext cx="1613249" cy="1364700"/>
          </a:xfrm>
          <a:prstGeom prst="rect">
            <a:avLst/>
          </a:prstGeom>
        </p:spPr>
      </p:pic>
      <p:sp>
        <p:nvSpPr>
          <p:cNvPr id="66" name="Rectangle 65">
            <a:extLst>
              <a:ext uri="{FF2B5EF4-FFF2-40B4-BE49-F238E27FC236}">
                <a16:creationId xmlns:a16="http://schemas.microsoft.com/office/drawing/2014/main" id="{7C8C8B29-88A8-C422-6B3F-AEFBF8A826C2}"/>
              </a:ext>
            </a:extLst>
          </p:cNvPr>
          <p:cNvSpPr/>
          <p:nvPr/>
        </p:nvSpPr>
        <p:spPr>
          <a:xfrm>
            <a:off x="481004" y="2703842"/>
            <a:ext cx="1757119" cy="1863671"/>
          </a:xfrm>
          <a:prstGeom prst="rect">
            <a:avLst/>
          </a:prstGeom>
          <a:solidFill>
            <a:srgbClr val="F7F7F7"/>
          </a:solidFill>
          <a:ln>
            <a:solidFill>
              <a:schemeClr val="bg1">
                <a:lumMod val="75000"/>
              </a:schemeClr>
            </a:solidFill>
          </a:ln>
        </p:spPr>
        <p:style>
          <a:lnRef idx="0">
            <a:schemeClr val="accent2"/>
          </a:lnRef>
          <a:fillRef idx="3">
            <a:schemeClr val="accent2"/>
          </a:fillRef>
          <a:effectRef idx="3">
            <a:schemeClr val="accent2"/>
          </a:effectRef>
          <a:fontRef idx="minor">
            <a:schemeClr val="lt1"/>
          </a:fontRef>
        </p:style>
        <p:txBody>
          <a:bodyPr lIns="91440" tIns="45720" rIns="91440" bIns="45720" rtlCol="0" anchor="b"/>
          <a:lstStyle/>
          <a:p>
            <a:pPr algn="ctr">
              <a:spcAft>
                <a:spcPts val="1000"/>
              </a:spcAft>
            </a:pPr>
            <a:r>
              <a:rPr lang="en-GB" sz="1200" b="1">
                <a:solidFill>
                  <a:schemeClr val="tx1"/>
                </a:solidFill>
                <a:latin typeface="Bradley Hand ITC"/>
                <a:ea typeface="+mn-lt"/>
                <a:cs typeface="+mn-lt"/>
              </a:rPr>
              <a:t>Zemichael Gebreyohannes</a:t>
            </a:r>
            <a:endParaRPr lang="en-US" sz="1200" b="1">
              <a:solidFill>
                <a:schemeClr val="tx1"/>
              </a:solidFill>
              <a:latin typeface="Bradley Hand ITC"/>
            </a:endParaRPr>
          </a:p>
        </p:txBody>
      </p:sp>
      <p:pic>
        <p:nvPicPr>
          <p:cNvPr id="67" name="Picture 66" descr="Zemichael Gebreyohannes">
            <a:extLst>
              <a:ext uri="{FF2B5EF4-FFF2-40B4-BE49-F238E27FC236}">
                <a16:creationId xmlns:a16="http://schemas.microsoft.com/office/drawing/2014/main" id="{A904CBE2-4C95-029A-2164-91CF414C7216}"/>
              </a:ext>
            </a:extLst>
          </p:cNvPr>
          <p:cNvPicPr>
            <a:picLocks noChangeAspect="1"/>
          </p:cNvPicPr>
          <p:nvPr/>
        </p:nvPicPr>
        <p:blipFill>
          <a:blip r:embed="rId10"/>
          <a:srcRect t="18267" b="18267"/>
          <a:stretch>
            <a:fillRect/>
          </a:stretch>
        </p:blipFill>
        <p:spPr>
          <a:xfrm>
            <a:off x="552126" y="2789826"/>
            <a:ext cx="1613248" cy="1365138"/>
          </a:xfrm>
          <a:prstGeom prst="rect">
            <a:avLst/>
          </a:prstGeom>
        </p:spPr>
      </p:pic>
      <p:grpSp>
        <p:nvGrpSpPr>
          <p:cNvPr id="11" name="Group 10">
            <a:extLst>
              <a:ext uri="{FF2B5EF4-FFF2-40B4-BE49-F238E27FC236}">
                <a16:creationId xmlns:a16="http://schemas.microsoft.com/office/drawing/2014/main" id="{A889C5ED-04E1-9323-A407-3FAAF7B6C99F}"/>
              </a:ext>
            </a:extLst>
          </p:cNvPr>
          <p:cNvGrpSpPr/>
          <p:nvPr/>
        </p:nvGrpSpPr>
        <p:grpSpPr>
          <a:xfrm>
            <a:off x="1808445" y="387969"/>
            <a:ext cx="364603" cy="364603"/>
            <a:chOff x="-1143099" y="474779"/>
            <a:chExt cx="364603" cy="364603"/>
          </a:xfrm>
        </p:grpSpPr>
        <p:sp>
          <p:nvSpPr>
            <p:cNvPr id="4" name="Oval 3">
              <a:extLst>
                <a:ext uri="{FF2B5EF4-FFF2-40B4-BE49-F238E27FC236}">
                  <a16:creationId xmlns:a16="http://schemas.microsoft.com/office/drawing/2014/main" id="{87CFCB3D-4784-C025-FEEB-45295A6A8F92}"/>
                </a:ext>
              </a:extLst>
            </p:cNvPr>
            <p:cNvSpPr/>
            <p:nvPr/>
          </p:nvSpPr>
          <p:spPr>
            <a:xfrm>
              <a:off x="-1143099" y="474779"/>
              <a:ext cx="364603" cy="364603"/>
            </a:xfrm>
            <a:prstGeom prst="ellipse">
              <a:avLst/>
            </a:prstGeom>
            <a:solidFill>
              <a:srgbClr val="FF0000"/>
            </a:solidFill>
          </p:spPr>
          <p:style>
            <a:lnRef idx="0">
              <a:schemeClr val="accent5"/>
            </a:lnRef>
            <a:fillRef idx="3">
              <a:schemeClr val="accent5"/>
            </a:fillRef>
            <a:effectRef idx="3">
              <a:schemeClr val="accent5"/>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3" name="Oval 2">
              <a:extLst>
                <a:ext uri="{FF2B5EF4-FFF2-40B4-BE49-F238E27FC236}">
                  <a16:creationId xmlns:a16="http://schemas.microsoft.com/office/drawing/2014/main" id="{1E0B75A4-307E-F8F2-3E29-86100E286C0F}"/>
                </a:ext>
              </a:extLst>
            </p:cNvPr>
            <p:cNvSpPr/>
            <p:nvPr/>
          </p:nvSpPr>
          <p:spPr>
            <a:xfrm>
              <a:off x="-1099693" y="510951"/>
              <a:ext cx="285027" cy="285027"/>
            </a:xfrm>
            <a:prstGeom prst="ellipse">
              <a:avLst/>
            </a:prstGeom>
            <a:solidFill>
              <a:srgbClr val="FF0000"/>
            </a:solidFill>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grpSp>
      <p:grpSp>
        <p:nvGrpSpPr>
          <p:cNvPr id="12" name="Group 11">
            <a:extLst>
              <a:ext uri="{FF2B5EF4-FFF2-40B4-BE49-F238E27FC236}">
                <a16:creationId xmlns:a16="http://schemas.microsoft.com/office/drawing/2014/main" id="{7F8BD5BA-ADDC-D397-4C01-28EEDD26688D}"/>
              </a:ext>
            </a:extLst>
          </p:cNvPr>
          <p:cNvGrpSpPr/>
          <p:nvPr/>
        </p:nvGrpSpPr>
        <p:grpSpPr>
          <a:xfrm>
            <a:off x="3421666" y="387968"/>
            <a:ext cx="364603" cy="364603"/>
            <a:chOff x="-1143099" y="474779"/>
            <a:chExt cx="364603" cy="364603"/>
          </a:xfrm>
        </p:grpSpPr>
        <p:sp>
          <p:nvSpPr>
            <p:cNvPr id="13" name="Oval 12">
              <a:extLst>
                <a:ext uri="{FF2B5EF4-FFF2-40B4-BE49-F238E27FC236}">
                  <a16:creationId xmlns:a16="http://schemas.microsoft.com/office/drawing/2014/main" id="{CDE1A353-4633-C902-DD66-45D90509FDAE}"/>
                </a:ext>
              </a:extLst>
            </p:cNvPr>
            <p:cNvSpPr/>
            <p:nvPr/>
          </p:nvSpPr>
          <p:spPr>
            <a:xfrm>
              <a:off x="-1143099" y="474779"/>
              <a:ext cx="364603" cy="364603"/>
            </a:xfrm>
            <a:prstGeom prst="ellipse">
              <a:avLst/>
            </a:prstGeom>
            <a:solidFill>
              <a:srgbClr val="FF0000"/>
            </a:solidFill>
          </p:spPr>
          <p:style>
            <a:lnRef idx="0">
              <a:schemeClr val="accent5"/>
            </a:lnRef>
            <a:fillRef idx="3">
              <a:schemeClr val="accent5"/>
            </a:fillRef>
            <a:effectRef idx="3">
              <a:schemeClr val="accent5"/>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14" name="Oval 13">
              <a:extLst>
                <a:ext uri="{FF2B5EF4-FFF2-40B4-BE49-F238E27FC236}">
                  <a16:creationId xmlns:a16="http://schemas.microsoft.com/office/drawing/2014/main" id="{ADC75042-1A76-28A1-13CC-62093FBEBD0C}"/>
                </a:ext>
              </a:extLst>
            </p:cNvPr>
            <p:cNvSpPr/>
            <p:nvPr/>
          </p:nvSpPr>
          <p:spPr>
            <a:xfrm>
              <a:off x="-1099693" y="510951"/>
              <a:ext cx="285027" cy="285027"/>
            </a:xfrm>
            <a:prstGeom prst="ellipse">
              <a:avLst/>
            </a:prstGeom>
            <a:solidFill>
              <a:srgbClr val="FF0000"/>
            </a:solidFill>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grpSp>
      <p:grpSp>
        <p:nvGrpSpPr>
          <p:cNvPr id="15" name="Group 14">
            <a:extLst>
              <a:ext uri="{FF2B5EF4-FFF2-40B4-BE49-F238E27FC236}">
                <a16:creationId xmlns:a16="http://schemas.microsoft.com/office/drawing/2014/main" id="{C3E72841-1D41-FD65-3B7E-FD119C3745A2}"/>
              </a:ext>
            </a:extLst>
          </p:cNvPr>
          <p:cNvGrpSpPr/>
          <p:nvPr/>
        </p:nvGrpSpPr>
        <p:grpSpPr>
          <a:xfrm>
            <a:off x="4029337" y="380735"/>
            <a:ext cx="364603" cy="364603"/>
            <a:chOff x="-1143099" y="474779"/>
            <a:chExt cx="364603" cy="364603"/>
          </a:xfrm>
        </p:grpSpPr>
        <p:sp>
          <p:nvSpPr>
            <p:cNvPr id="16" name="Oval 15">
              <a:extLst>
                <a:ext uri="{FF2B5EF4-FFF2-40B4-BE49-F238E27FC236}">
                  <a16:creationId xmlns:a16="http://schemas.microsoft.com/office/drawing/2014/main" id="{ECE668B1-73F1-5059-4F37-5A8B8D97E016}"/>
                </a:ext>
              </a:extLst>
            </p:cNvPr>
            <p:cNvSpPr/>
            <p:nvPr/>
          </p:nvSpPr>
          <p:spPr>
            <a:xfrm>
              <a:off x="-1143099" y="474779"/>
              <a:ext cx="364603" cy="364603"/>
            </a:xfrm>
            <a:prstGeom prst="ellipse">
              <a:avLst/>
            </a:prstGeom>
            <a:solidFill>
              <a:srgbClr val="FFFF00"/>
            </a:solidFill>
          </p:spPr>
          <p:style>
            <a:lnRef idx="0">
              <a:schemeClr val="accent5"/>
            </a:lnRef>
            <a:fillRef idx="3">
              <a:schemeClr val="accent5"/>
            </a:fillRef>
            <a:effectRef idx="3">
              <a:schemeClr val="accent5"/>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18" name="Oval 17">
              <a:extLst>
                <a:ext uri="{FF2B5EF4-FFF2-40B4-BE49-F238E27FC236}">
                  <a16:creationId xmlns:a16="http://schemas.microsoft.com/office/drawing/2014/main" id="{1EA8FA99-F1F5-9E13-22F8-827E554DB3DA}"/>
                </a:ext>
              </a:extLst>
            </p:cNvPr>
            <p:cNvSpPr/>
            <p:nvPr/>
          </p:nvSpPr>
          <p:spPr>
            <a:xfrm>
              <a:off x="-1099693" y="510951"/>
              <a:ext cx="285027" cy="285027"/>
            </a:xfrm>
            <a:prstGeom prst="ellipse">
              <a:avLst/>
            </a:prstGeom>
            <a:solidFill>
              <a:srgbClr val="FFFF00"/>
            </a:solidFill>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grpSp>
      <p:grpSp>
        <p:nvGrpSpPr>
          <p:cNvPr id="26" name="Group 25">
            <a:extLst>
              <a:ext uri="{FF2B5EF4-FFF2-40B4-BE49-F238E27FC236}">
                <a16:creationId xmlns:a16="http://schemas.microsoft.com/office/drawing/2014/main" id="{1789F905-AAC4-385F-FF35-00CA7AE5279B}"/>
              </a:ext>
            </a:extLst>
          </p:cNvPr>
          <p:cNvGrpSpPr/>
          <p:nvPr/>
        </p:nvGrpSpPr>
        <p:grpSpPr>
          <a:xfrm>
            <a:off x="5642558" y="373500"/>
            <a:ext cx="364603" cy="364603"/>
            <a:chOff x="-1143099" y="474779"/>
            <a:chExt cx="364603" cy="364603"/>
          </a:xfrm>
        </p:grpSpPr>
        <p:sp>
          <p:nvSpPr>
            <p:cNvPr id="28" name="Oval 27">
              <a:extLst>
                <a:ext uri="{FF2B5EF4-FFF2-40B4-BE49-F238E27FC236}">
                  <a16:creationId xmlns:a16="http://schemas.microsoft.com/office/drawing/2014/main" id="{AB33F2B4-C156-1AA8-87F9-E9C906D06474}"/>
                </a:ext>
              </a:extLst>
            </p:cNvPr>
            <p:cNvSpPr/>
            <p:nvPr/>
          </p:nvSpPr>
          <p:spPr>
            <a:xfrm>
              <a:off x="-1143099" y="474779"/>
              <a:ext cx="364603" cy="364603"/>
            </a:xfrm>
            <a:prstGeom prst="ellipse">
              <a:avLst/>
            </a:prstGeom>
            <a:solidFill>
              <a:srgbClr val="FFFF00"/>
            </a:solidFill>
          </p:spPr>
          <p:style>
            <a:lnRef idx="0">
              <a:schemeClr val="accent5"/>
            </a:lnRef>
            <a:fillRef idx="3">
              <a:schemeClr val="accent5"/>
            </a:fillRef>
            <a:effectRef idx="3">
              <a:schemeClr val="accent5"/>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30" name="Oval 29">
              <a:extLst>
                <a:ext uri="{FF2B5EF4-FFF2-40B4-BE49-F238E27FC236}">
                  <a16:creationId xmlns:a16="http://schemas.microsoft.com/office/drawing/2014/main" id="{6E78BEF4-24AF-4B6D-8C49-3B4B764861BE}"/>
                </a:ext>
              </a:extLst>
            </p:cNvPr>
            <p:cNvSpPr/>
            <p:nvPr/>
          </p:nvSpPr>
          <p:spPr>
            <a:xfrm>
              <a:off x="-1099693" y="510951"/>
              <a:ext cx="285027" cy="285027"/>
            </a:xfrm>
            <a:prstGeom prst="ellipse">
              <a:avLst/>
            </a:prstGeom>
            <a:solidFill>
              <a:srgbClr val="FFFF00"/>
            </a:solidFill>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grpSp>
      <p:grpSp>
        <p:nvGrpSpPr>
          <p:cNvPr id="31" name="Group 30">
            <a:extLst>
              <a:ext uri="{FF2B5EF4-FFF2-40B4-BE49-F238E27FC236}">
                <a16:creationId xmlns:a16="http://schemas.microsoft.com/office/drawing/2014/main" id="{641021E3-08AA-369E-1D6F-C7CAC33FF726}"/>
              </a:ext>
            </a:extLst>
          </p:cNvPr>
          <p:cNvGrpSpPr/>
          <p:nvPr/>
        </p:nvGrpSpPr>
        <p:grpSpPr>
          <a:xfrm>
            <a:off x="6315337" y="387969"/>
            <a:ext cx="364603" cy="364603"/>
            <a:chOff x="-1143099" y="474779"/>
            <a:chExt cx="364603" cy="364603"/>
          </a:xfrm>
        </p:grpSpPr>
        <p:sp>
          <p:nvSpPr>
            <p:cNvPr id="33" name="Oval 32">
              <a:extLst>
                <a:ext uri="{FF2B5EF4-FFF2-40B4-BE49-F238E27FC236}">
                  <a16:creationId xmlns:a16="http://schemas.microsoft.com/office/drawing/2014/main" id="{7B1239E2-47A7-AE53-6CA7-80A833D856EB}"/>
                </a:ext>
              </a:extLst>
            </p:cNvPr>
            <p:cNvSpPr/>
            <p:nvPr/>
          </p:nvSpPr>
          <p:spPr>
            <a:xfrm>
              <a:off x="-1143099" y="474779"/>
              <a:ext cx="364603" cy="364603"/>
            </a:xfrm>
            <a:prstGeom prst="ellipse">
              <a:avLst/>
            </a:prstGeom>
            <a:solidFill>
              <a:schemeClr val="bg1">
                <a:lumMod val="75000"/>
              </a:schemeClr>
            </a:solidFill>
          </p:spPr>
          <p:style>
            <a:lnRef idx="0">
              <a:schemeClr val="accent5"/>
            </a:lnRef>
            <a:fillRef idx="3">
              <a:schemeClr val="accent5"/>
            </a:fillRef>
            <a:effectRef idx="3">
              <a:schemeClr val="accent5"/>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34" name="Oval 33">
              <a:extLst>
                <a:ext uri="{FF2B5EF4-FFF2-40B4-BE49-F238E27FC236}">
                  <a16:creationId xmlns:a16="http://schemas.microsoft.com/office/drawing/2014/main" id="{95C31BA8-138F-AB54-ECD1-281792E09553}"/>
                </a:ext>
              </a:extLst>
            </p:cNvPr>
            <p:cNvSpPr/>
            <p:nvPr/>
          </p:nvSpPr>
          <p:spPr>
            <a:xfrm>
              <a:off x="-1099693" y="510951"/>
              <a:ext cx="285027" cy="285027"/>
            </a:xfrm>
            <a:prstGeom prst="ellipse">
              <a:avLst/>
            </a:prstGeom>
            <a:solidFill>
              <a:schemeClr val="bg1">
                <a:lumMod val="75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grpSp>
      <p:grpSp>
        <p:nvGrpSpPr>
          <p:cNvPr id="35" name="Group 34">
            <a:extLst>
              <a:ext uri="{FF2B5EF4-FFF2-40B4-BE49-F238E27FC236}">
                <a16:creationId xmlns:a16="http://schemas.microsoft.com/office/drawing/2014/main" id="{86D51E2B-F134-C67F-8846-CB1103DBA7E1}"/>
              </a:ext>
            </a:extLst>
          </p:cNvPr>
          <p:cNvGrpSpPr/>
          <p:nvPr/>
        </p:nvGrpSpPr>
        <p:grpSpPr>
          <a:xfrm>
            <a:off x="7928558" y="373500"/>
            <a:ext cx="364603" cy="364603"/>
            <a:chOff x="-1143099" y="474779"/>
            <a:chExt cx="364603" cy="364603"/>
          </a:xfrm>
        </p:grpSpPr>
        <p:sp>
          <p:nvSpPr>
            <p:cNvPr id="36" name="Oval 35">
              <a:extLst>
                <a:ext uri="{FF2B5EF4-FFF2-40B4-BE49-F238E27FC236}">
                  <a16:creationId xmlns:a16="http://schemas.microsoft.com/office/drawing/2014/main" id="{55502EF2-458A-2D14-EF0D-E04995626580}"/>
                </a:ext>
              </a:extLst>
            </p:cNvPr>
            <p:cNvSpPr/>
            <p:nvPr/>
          </p:nvSpPr>
          <p:spPr>
            <a:xfrm>
              <a:off x="-1143099" y="474779"/>
              <a:ext cx="364603" cy="364603"/>
            </a:xfrm>
            <a:prstGeom prst="ellipse">
              <a:avLst/>
            </a:prstGeom>
            <a:solidFill>
              <a:schemeClr val="bg1">
                <a:lumMod val="75000"/>
              </a:schemeClr>
            </a:solidFill>
          </p:spPr>
          <p:style>
            <a:lnRef idx="0">
              <a:schemeClr val="accent5"/>
            </a:lnRef>
            <a:fillRef idx="3">
              <a:schemeClr val="accent5"/>
            </a:fillRef>
            <a:effectRef idx="3">
              <a:schemeClr val="accent5"/>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37" name="Oval 36">
              <a:extLst>
                <a:ext uri="{FF2B5EF4-FFF2-40B4-BE49-F238E27FC236}">
                  <a16:creationId xmlns:a16="http://schemas.microsoft.com/office/drawing/2014/main" id="{2649186B-00E1-23BB-020B-C3DC59B5359A}"/>
                </a:ext>
              </a:extLst>
            </p:cNvPr>
            <p:cNvSpPr/>
            <p:nvPr/>
          </p:nvSpPr>
          <p:spPr>
            <a:xfrm>
              <a:off x="-1099693" y="510951"/>
              <a:ext cx="285027" cy="285027"/>
            </a:xfrm>
            <a:prstGeom prst="ellipse">
              <a:avLst/>
            </a:prstGeom>
            <a:solidFill>
              <a:schemeClr val="bg1">
                <a:lumMod val="75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grpSp>
      <p:grpSp>
        <p:nvGrpSpPr>
          <p:cNvPr id="38" name="Group 37">
            <a:extLst>
              <a:ext uri="{FF2B5EF4-FFF2-40B4-BE49-F238E27FC236}">
                <a16:creationId xmlns:a16="http://schemas.microsoft.com/office/drawing/2014/main" id="{D3162596-1862-8B09-6B88-7D0B850CCB20}"/>
              </a:ext>
            </a:extLst>
          </p:cNvPr>
          <p:cNvGrpSpPr/>
          <p:nvPr/>
        </p:nvGrpSpPr>
        <p:grpSpPr>
          <a:xfrm>
            <a:off x="368843" y="2608861"/>
            <a:ext cx="364603" cy="364603"/>
            <a:chOff x="-1143099" y="474779"/>
            <a:chExt cx="364603" cy="364603"/>
          </a:xfrm>
        </p:grpSpPr>
        <p:sp>
          <p:nvSpPr>
            <p:cNvPr id="39" name="Oval 38">
              <a:extLst>
                <a:ext uri="{FF2B5EF4-FFF2-40B4-BE49-F238E27FC236}">
                  <a16:creationId xmlns:a16="http://schemas.microsoft.com/office/drawing/2014/main" id="{F6C19B1F-94B0-5439-8A67-8B4C8E72C52F}"/>
                </a:ext>
              </a:extLst>
            </p:cNvPr>
            <p:cNvSpPr/>
            <p:nvPr/>
          </p:nvSpPr>
          <p:spPr>
            <a:xfrm>
              <a:off x="-1143099" y="474779"/>
              <a:ext cx="364603" cy="364603"/>
            </a:xfrm>
            <a:prstGeom prst="ellipse">
              <a:avLst/>
            </a:prstGeom>
            <a:solidFill>
              <a:srgbClr val="0070C0"/>
            </a:solidFill>
          </p:spPr>
          <p:style>
            <a:lnRef idx="0">
              <a:schemeClr val="accent5"/>
            </a:lnRef>
            <a:fillRef idx="3">
              <a:schemeClr val="accent5"/>
            </a:fillRef>
            <a:effectRef idx="3">
              <a:schemeClr val="accent5"/>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41" name="Oval 40">
              <a:extLst>
                <a:ext uri="{FF2B5EF4-FFF2-40B4-BE49-F238E27FC236}">
                  <a16:creationId xmlns:a16="http://schemas.microsoft.com/office/drawing/2014/main" id="{48357CA0-A3FE-2DF4-5E58-6EEE445E3ED5}"/>
                </a:ext>
              </a:extLst>
            </p:cNvPr>
            <p:cNvSpPr/>
            <p:nvPr/>
          </p:nvSpPr>
          <p:spPr>
            <a:xfrm>
              <a:off x="-1099693" y="510951"/>
              <a:ext cx="285027" cy="285027"/>
            </a:xfrm>
            <a:prstGeom prst="ellipse">
              <a:avLst/>
            </a:prstGeom>
            <a:solidFill>
              <a:srgbClr val="0070C0"/>
            </a:solidFill>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grpSp>
      <p:grpSp>
        <p:nvGrpSpPr>
          <p:cNvPr id="42" name="Group 41">
            <a:extLst>
              <a:ext uri="{FF2B5EF4-FFF2-40B4-BE49-F238E27FC236}">
                <a16:creationId xmlns:a16="http://schemas.microsoft.com/office/drawing/2014/main" id="{54B1ADC4-84CF-BBE6-BA64-6665A5B4C6BB}"/>
              </a:ext>
            </a:extLst>
          </p:cNvPr>
          <p:cNvGrpSpPr/>
          <p:nvPr/>
        </p:nvGrpSpPr>
        <p:grpSpPr>
          <a:xfrm>
            <a:off x="1982064" y="2637797"/>
            <a:ext cx="364603" cy="364603"/>
            <a:chOff x="-1143099" y="474779"/>
            <a:chExt cx="364603" cy="364603"/>
          </a:xfrm>
        </p:grpSpPr>
        <p:sp>
          <p:nvSpPr>
            <p:cNvPr id="43" name="Oval 42">
              <a:extLst>
                <a:ext uri="{FF2B5EF4-FFF2-40B4-BE49-F238E27FC236}">
                  <a16:creationId xmlns:a16="http://schemas.microsoft.com/office/drawing/2014/main" id="{71D21175-B56E-03DF-6CD3-0FD379362AA1}"/>
                </a:ext>
              </a:extLst>
            </p:cNvPr>
            <p:cNvSpPr/>
            <p:nvPr/>
          </p:nvSpPr>
          <p:spPr>
            <a:xfrm>
              <a:off x="-1143099" y="474779"/>
              <a:ext cx="364603" cy="364603"/>
            </a:xfrm>
            <a:prstGeom prst="ellipse">
              <a:avLst/>
            </a:prstGeom>
            <a:solidFill>
              <a:srgbClr val="0070C0"/>
            </a:solidFill>
          </p:spPr>
          <p:style>
            <a:lnRef idx="0">
              <a:schemeClr val="accent5"/>
            </a:lnRef>
            <a:fillRef idx="3">
              <a:schemeClr val="accent5"/>
            </a:fillRef>
            <a:effectRef idx="3">
              <a:schemeClr val="accent5"/>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44" name="Oval 43">
              <a:extLst>
                <a:ext uri="{FF2B5EF4-FFF2-40B4-BE49-F238E27FC236}">
                  <a16:creationId xmlns:a16="http://schemas.microsoft.com/office/drawing/2014/main" id="{4D6B06F4-A16B-C24A-722F-435939FFEF6C}"/>
                </a:ext>
              </a:extLst>
            </p:cNvPr>
            <p:cNvSpPr/>
            <p:nvPr/>
          </p:nvSpPr>
          <p:spPr>
            <a:xfrm>
              <a:off x="-1099693" y="510951"/>
              <a:ext cx="285027" cy="285027"/>
            </a:xfrm>
            <a:prstGeom prst="ellipse">
              <a:avLst/>
            </a:prstGeom>
            <a:solidFill>
              <a:srgbClr val="0070C0"/>
            </a:solidFill>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grpSp>
      <p:grpSp>
        <p:nvGrpSpPr>
          <p:cNvPr id="45" name="Group 44">
            <a:extLst>
              <a:ext uri="{FF2B5EF4-FFF2-40B4-BE49-F238E27FC236}">
                <a16:creationId xmlns:a16="http://schemas.microsoft.com/office/drawing/2014/main" id="{9976F770-20C4-E380-270F-CAB4D181C031}"/>
              </a:ext>
            </a:extLst>
          </p:cNvPr>
          <p:cNvGrpSpPr/>
          <p:nvPr/>
        </p:nvGrpSpPr>
        <p:grpSpPr>
          <a:xfrm>
            <a:off x="2481223" y="2637798"/>
            <a:ext cx="364603" cy="364603"/>
            <a:chOff x="-1143099" y="474779"/>
            <a:chExt cx="364603" cy="364603"/>
          </a:xfrm>
        </p:grpSpPr>
        <p:sp>
          <p:nvSpPr>
            <p:cNvPr id="46" name="Oval 45">
              <a:extLst>
                <a:ext uri="{FF2B5EF4-FFF2-40B4-BE49-F238E27FC236}">
                  <a16:creationId xmlns:a16="http://schemas.microsoft.com/office/drawing/2014/main" id="{B5887DD6-8E84-4570-3B9B-D5F16875D76E}"/>
                </a:ext>
              </a:extLst>
            </p:cNvPr>
            <p:cNvSpPr/>
            <p:nvPr/>
          </p:nvSpPr>
          <p:spPr>
            <a:xfrm>
              <a:off x="-1143099" y="474779"/>
              <a:ext cx="364603" cy="364603"/>
            </a:xfrm>
            <a:prstGeom prst="ellipse">
              <a:avLst/>
            </a:prstGeom>
            <a:solidFill>
              <a:srgbClr val="7030A0"/>
            </a:solidFill>
          </p:spPr>
          <p:style>
            <a:lnRef idx="0">
              <a:schemeClr val="accent5"/>
            </a:lnRef>
            <a:fillRef idx="3">
              <a:schemeClr val="accent5"/>
            </a:fillRef>
            <a:effectRef idx="3">
              <a:schemeClr val="accent5"/>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47" name="Oval 46">
              <a:extLst>
                <a:ext uri="{FF2B5EF4-FFF2-40B4-BE49-F238E27FC236}">
                  <a16:creationId xmlns:a16="http://schemas.microsoft.com/office/drawing/2014/main" id="{2821367B-9331-2571-9239-B0D7A6B66E78}"/>
                </a:ext>
              </a:extLst>
            </p:cNvPr>
            <p:cNvSpPr/>
            <p:nvPr/>
          </p:nvSpPr>
          <p:spPr>
            <a:xfrm>
              <a:off x="-1099693" y="510951"/>
              <a:ext cx="285027" cy="285027"/>
            </a:xfrm>
            <a:prstGeom prst="ellipse">
              <a:avLst/>
            </a:prstGeom>
            <a:solidFill>
              <a:srgbClr val="7030A0"/>
            </a:solidFill>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grpSp>
      <p:grpSp>
        <p:nvGrpSpPr>
          <p:cNvPr id="48" name="Group 47">
            <a:extLst>
              <a:ext uri="{FF2B5EF4-FFF2-40B4-BE49-F238E27FC236}">
                <a16:creationId xmlns:a16="http://schemas.microsoft.com/office/drawing/2014/main" id="{646D61F4-D9FF-555D-8E09-216CFEE44863}"/>
              </a:ext>
            </a:extLst>
          </p:cNvPr>
          <p:cNvGrpSpPr/>
          <p:nvPr/>
        </p:nvGrpSpPr>
        <p:grpSpPr>
          <a:xfrm>
            <a:off x="4094444" y="2616095"/>
            <a:ext cx="364603" cy="364603"/>
            <a:chOff x="-1143099" y="474779"/>
            <a:chExt cx="364603" cy="364603"/>
          </a:xfrm>
        </p:grpSpPr>
        <p:sp>
          <p:nvSpPr>
            <p:cNvPr id="49" name="Oval 48">
              <a:extLst>
                <a:ext uri="{FF2B5EF4-FFF2-40B4-BE49-F238E27FC236}">
                  <a16:creationId xmlns:a16="http://schemas.microsoft.com/office/drawing/2014/main" id="{A0F1F917-B6F8-0426-BA72-35B6DD58BB05}"/>
                </a:ext>
              </a:extLst>
            </p:cNvPr>
            <p:cNvSpPr/>
            <p:nvPr/>
          </p:nvSpPr>
          <p:spPr>
            <a:xfrm>
              <a:off x="-1143099" y="474779"/>
              <a:ext cx="364603" cy="364603"/>
            </a:xfrm>
            <a:prstGeom prst="ellipse">
              <a:avLst/>
            </a:prstGeom>
            <a:solidFill>
              <a:srgbClr val="7030A0"/>
            </a:solidFill>
          </p:spPr>
          <p:style>
            <a:lnRef idx="0">
              <a:schemeClr val="accent5"/>
            </a:lnRef>
            <a:fillRef idx="3">
              <a:schemeClr val="accent5"/>
            </a:fillRef>
            <a:effectRef idx="3">
              <a:schemeClr val="accent5"/>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50" name="Oval 49">
              <a:extLst>
                <a:ext uri="{FF2B5EF4-FFF2-40B4-BE49-F238E27FC236}">
                  <a16:creationId xmlns:a16="http://schemas.microsoft.com/office/drawing/2014/main" id="{D1EB8A56-B115-FF6F-858D-162C2A1CADCE}"/>
                </a:ext>
              </a:extLst>
            </p:cNvPr>
            <p:cNvSpPr/>
            <p:nvPr/>
          </p:nvSpPr>
          <p:spPr>
            <a:xfrm>
              <a:off x="-1099693" y="510951"/>
              <a:ext cx="285027" cy="285027"/>
            </a:xfrm>
            <a:prstGeom prst="ellipse">
              <a:avLst/>
            </a:prstGeom>
            <a:solidFill>
              <a:srgbClr val="7030A0"/>
            </a:solidFill>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grpSp>
      <p:grpSp>
        <p:nvGrpSpPr>
          <p:cNvPr id="51" name="Group 50">
            <a:extLst>
              <a:ext uri="{FF2B5EF4-FFF2-40B4-BE49-F238E27FC236}">
                <a16:creationId xmlns:a16="http://schemas.microsoft.com/office/drawing/2014/main" id="{B880DFFB-B0B7-8CC1-8B08-D84BC85DE677}"/>
              </a:ext>
            </a:extLst>
          </p:cNvPr>
          <p:cNvGrpSpPr/>
          <p:nvPr/>
        </p:nvGrpSpPr>
        <p:grpSpPr>
          <a:xfrm>
            <a:off x="4658711" y="2637798"/>
            <a:ext cx="364603" cy="364603"/>
            <a:chOff x="-1143099" y="474779"/>
            <a:chExt cx="364603" cy="364603"/>
          </a:xfrm>
        </p:grpSpPr>
        <p:sp>
          <p:nvSpPr>
            <p:cNvPr id="52" name="Oval 51">
              <a:extLst>
                <a:ext uri="{FF2B5EF4-FFF2-40B4-BE49-F238E27FC236}">
                  <a16:creationId xmlns:a16="http://schemas.microsoft.com/office/drawing/2014/main" id="{4600C5CD-8E36-41CF-FDB3-ED346D59E2C7}"/>
                </a:ext>
              </a:extLst>
            </p:cNvPr>
            <p:cNvSpPr/>
            <p:nvPr/>
          </p:nvSpPr>
          <p:spPr>
            <a:xfrm>
              <a:off x="-1143099" y="474779"/>
              <a:ext cx="364603" cy="364603"/>
            </a:xfrm>
            <a:prstGeom prst="ellipse">
              <a:avLst/>
            </a:prstGeom>
            <a:solidFill>
              <a:schemeClr val="accent5">
                <a:lumMod val="40000"/>
                <a:lumOff val="60000"/>
              </a:schemeClr>
            </a:solidFill>
          </p:spPr>
          <p:style>
            <a:lnRef idx="0">
              <a:schemeClr val="accent5"/>
            </a:lnRef>
            <a:fillRef idx="3">
              <a:schemeClr val="accent5"/>
            </a:fillRef>
            <a:effectRef idx="3">
              <a:schemeClr val="accent5"/>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53" name="Oval 52">
              <a:extLst>
                <a:ext uri="{FF2B5EF4-FFF2-40B4-BE49-F238E27FC236}">
                  <a16:creationId xmlns:a16="http://schemas.microsoft.com/office/drawing/2014/main" id="{B41925C7-AF48-73A8-D40D-56BD26DA0E9E}"/>
                </a:ext>
              </a:extLst>
            </p:cNvPr>
            <p:cNvSpPr/>
            <p:nvPr/>
          </p:nvSpPr>
          <p:spPr>
            <a:xfrm>
              <a:off x="-1099693" y="510951"/>
              <a:ext cx="285027" cy="285027"/>
            </a:xfrm>
            <a:prstGeom prst="ellipse">
              <a:avLst/>
            </a:prstGeom>
            <a:solidFill>
              <a:schemeClr val="accent5">
                <a:lumMod val="40000"/>
                <a:lumOff val="60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grpSp>
      <p:grpSp>
        <p:nvGrpSpPr>
          <p:cNvPr id="58" name="Group 57">
            <a:extLst>
              <a:ext uri="{FF2B5EF4-FFF2-40B4-BE49-F238E27FC236}">
                <a16:creationId xmlns:a16="http://schemas.microsoft.com/office/drawing/2014/main" id="{6657C35E-EF13-3321-86BE-DE6869D375C1}"/>
              </a:ext>
            </a:extLst>
          </p:cNvPr>
          <p:cNvGrpSpPr/>
          <p:nvPr/>
        </p:nvGrpSpPr>
        <p:grpSpPr>
          <a:xfrm>
            <a:off x="6228526" y="2637797"/>
            <a:ext cx="364603" cy="364603"/>
            <a:chOff x="-1143099" y="474779"/>
            <a:chExt cx="364603" cy="364603"/>
          </a:xfrm>
        </p:grpSpPr>
        <p:sp>
          <p:nvSpPr>
            <p:cNvPr id="59" name="Oval 58">
              <a:extLst>
                <a:ext uri="{FF2B5EF4-FFF2-40B4-BE49-F238E27FC236}">
                  <a16:creationId xmlns:a16="http://schemas.microsoft.com/office/drawing/2014/main" id="{D5B72F52-33EF-9B44-426A-C6423785BC0C}"/>
                </a:ext>
              </a:extLst>
            </p:cNvPr>
            <p:cNvSpPr/>
            <p:nvPr/>
          </p:nvSpPr>
          <p:spPr>
            <a:xfrm>
              <a:off x="-1143099" y="474779"/>
              <a:ext cx="364603" cy="364603"/>
            </a:xfrm>
            <a:prstGeom prst="ellipse">
              <a:avLst/>
            </a:prstGeom>
            <a:solidFill>
              <a:schemeClr val="accent5">
                <a:lumMod val="40000"/>
                <a:lumOff val="60000"/>
              </a:schemeClr>
            </a:solidFill>
          </p:spPr>
          <p:style>
            <a:lnRef idx="0">
              <a:schemeClr val="accent5"/>
            </a:lnRef>
            <a:fillRef idx="3">
              <a:schemeClr val="accent5"/>
            </a:fillRef>
            <a:effectRef idx="3">
              <a:schemeClr val="accent5"/>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68" name="Oval 67">
              <a:extLst>
                <a:ext uri="{FF2B5EF4-FFF2-40B4-BE49-F238E27FC236}">
                  <a16:creationId xmlns:a16="http://schemas.microsoft.com/office/drawing/2014/main" id="{F10FE275-45EB-5277-6879-D49CFB3E8A65}"/>
                </a:ext>
              </a:extLst>
            </p:cNvPr>
            <p:cNvSpPr/>
            <p:nvPr/>
          </p:nvSpPr>
          <p:spPr>
            <a:xfrm>
              <a:off x="-1099693" y="510951"/>
              <a:ext cx="285027" cy="285027"/>
            </a:xfrm>
            <a:prstGeom prst="ellipse">
              <a:avLst/>
            </a:prstGeom>
            <a:solidFill>
              <a:schemeClr val="accent5">
                <a:lumMod val="40000"/>
                <a:lumOff val="60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grpSp>
      <p:grpSp>
        <p:nvGrpSpPr>
          <p:cNvPr id="70" name="Group 69">
            <a:extLst>
              <a:ext uri="{FF2B5EF4-FFF2-40B4-BE49-F238E27FC236}">
                <a16:creationId xmlns:a16="http://schemas.microsoft.com/office/drawing/2014/main" id="{0E618E7E-0017-F54C-7F9A-D49565FDE077}"/>
              </a:ext>
            </a:extLst>
          </p:cNvPr>
          <p:cNvGrpSpPr/>
          <p:nvPr/>
        </p:nvGrpSpPr>
        <p:grpSpPr>
          <a:xfrm>
            <a:off x="6872369" y="2637798"/>
            <a:ext cx="364603" cy="364603"/>
            <a:chOff x="-1143099" y="474779"/>
            <a:chExt cx="364603" cy="364603"/>
          </a:xfrm>
        </p:grpSpPr>
        <p:sp>
          <p:nvSpPr>
            <p:cNvPr id="71" name="Oval 70">
              <a:extLst>
                <a:ext uri="{FF2B5EF4-FFF2-40B4-BE49-F238E27FC236}">
                  <a16:creationId xmlns:a16="http://schemas.microsoft.com/office/drawing/2014/main" id="{6528D3AD-9606-B084-98A2-04093C5D2F47}"/>
                </a:ext>
              </a:extLst>
            </p:cNvPr>
            <p:cNvSpPr/>
            <p:nvPr/>
          </p:nvSpPr>
          <p:spPr>
            <a:xfrm>
              <a:off x="-1143099" y="474779"/>
              <a:ext cx="364603" cy="364603"/>
            </a:xfrm>
            <a:prstGeom prst="ellipse">
              <a:avLst/>
            </a:prstGeom>
            <a:solidFill>
              <a:srgbClr val="00B050"/>
            </a:solidFill>
          </p:spPr>
          <p:style>
            <a:lnRef idx="0">
              <a:schemeClr val="accent5"/>
            </a:lnRef>
            <a:fillRef idx="3">
              <a:schemeClr val="accent5"/>
            </a:fillRef>
            <a:effectRef idx="3">
              <a:schemeClr val="accent5"/>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72" name="Oval 71">
              <a:extLst>
                <a:ext uri="{FF2B5EF4-FFF2-40B4-BE49-F238E27FC236}">
                  <a16:creationId xmlns:a16="http://schemas.microsoft.com/office/drawing/2014/main" id="{FC6B7610-A81A-8E0F-03A6-EA8F658AFE8E}"/>
                </a:ext>
              </a:extLst>
            </p:cNvPr>
            <p:cNvSpPr/>
            <p:nvPr/>
          </p:nvSpPr>
          <p:spPr>
            <a:xfrm>
              <a:off x="-1099693" y="510951"/>
              <a:ext cx="285027" cy="285027"/>
            </a:xfrm>
            <a:prstGeom prst="ellipse">
              <a:avLst/>
            </a:prstGeom>
            <a:solidFill>
              <a:srgbClr val="00B050"/>
            </a:solidFill>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grpSp>
      <p:grpSp>
        <p:nvGrpSpPr>
          <p:cNvPr id="73" name="Group 72">
            <a:extLst>
              <a:ext uri="{FF2B5EF4-FFF2-40B4-BE49-F238E27FC236}">
                <a16:creationId xmlns:a16="http://schemas.microsoft.com/office/drawing/2014/main" id="{78E88AB7-52BF-E5E4-1EDB-9707D950B9E4}"/>
              </a:ext>
            </a:extLst>
          </p:cNvPr>
          <p:cNvGrpSpPr/>
          <p:nvPr/>
        </p:nvGrpSpPr>
        <p:grpSpPr>
          <a:xfrm>
            <a:off x="8290268" y="2637798"/>
            <a:ext cx="364603" cy="364603"/>
            <a:chOff x="-1143099" y="474779"/>
            <a:chExt cx="364603" cy="364603"/>
          </a:xfrm>
        </p:grpSpPr>
        <p:sp>
          <p:nvSpPr>
            <p:cNvPr id="74" name="Oval 73">
              <a:extLst>
                <a:ext uri="{FF2B5EF4-FFF2-40B4-BE49-F238E27FC236}">
                  <a16:creationId xmlns:a16="http://schemas.microsoft.com/office/drawing/2014/main" id="{E8A9D066-1CF5-C584-92AE-A600020B0ED8}"/>
                </a:ext>
              </a:extLst>
            </p:cNvPr>
            <p:cNvSpPr/>
            <p:nvPr/>
          </p:nvSpPr>
          <p:spPr>
            <a:xfrm>
              <a:off x="-1143099" y="474779"/>
              <a:ext cx="364603" cy="364603"/>
            </a:xfrm>
            <a:prstGeom prst="ellipse">
              <a:avLst/>
            </a:prstGeom>
            <a:solidFill>
              <a:srgbClr val="00B050"/>
            </a:solidFill>
          </p:spPr>
          <p:style>
            <a:lnRef idx="0">
              <a:schemeClr val="accent5"/>
            </a:lnRef>
            <a:fillRef idx="3">
              <a:schemeClr val="accent5"/>
            </a:fillRef>
            <a:effectRef idx="3">
              <a:schemeClr val="accent5"/>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75" name="Oval 74">
              <a:extLst>
                <a:ext uri="{FF2B5EF4-FFF2-40B4-BE49-F238E27FC236}">
                  <a16:creationId xmlns:a16="http://schemas.microsoft.com/office/drawing/2014/main" id="{A7344FF3-CA7A-9FF7-F9DE-DC0427E4C839}"/>
                </a:ext>
              </a:extLst>
            </p:cNvPr>
            <p:cNvSpPr/>
            <p:nvPr/>
          </p:nvSpPr>
          <p:spPr>
            <a:xfrm>
              <a:off x="-1099693" y="510951"/>
              <a:ext cx="285027" cy="285027"/>
            </a:xfrm>
            <a:prstGeom prst="ellipse">
              <a:avLst/>
            </a:prstGeom>
            <a:solidFill>
              <a:srgbClr val="00B050"/>
            </a:solidFill>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grpSp>
      <p:sp>
        <p:nvSpPr>
          <p:cNvPr id="76" name="Rectangle: Single Corner Snipped 75">
            <a:extLst>
              <a:ext uri="{FF2B5EF4-FFF2-40B4-BE49-F238E27FC236}">
                <a16:creationId xmlns:a16="http://schemas.microsoft.com/office/drawing/2014/main" id="{13AAD54E-9F0F-2B80-463C-3DA7AB7089A0}"/>
              </a:ext>
            </a:extLst>
          </p:cNvPr>
          <p:cNvSpPr/>
          <p:nvPr/>
        </p:nvSpPr>
        <p:spPr>
          <a:xfrm flipV="1">
            <a:off x="483322" y="446337"/>
            <a:ext cx="1196532" cy="583072"/>
          </a:xfrm>
          <a:prstGeom prst="snip1Rect">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78" name="Rectangle: Single Corner Snipped 77">
            <a:extLst>
              <a:ext uri="{FF2B5EF4-FFF2-40B4-BE49-F238E27FC236}">
                <a16:creationId xmlns:a16="http://schemas.microsoft.com/office/drawing/2014/main" id="{8BDBEF48-0614-A5EB-E8EA-F643B5DDB81D}"/>
              </a:ext>
            </a:extLst>
          </p:cNvPr>
          <p:cNvSpPr/>
          <p:nvPr/>
        </p:nvSpPr>
        <p:spPr>
          <a:xfrm flipV="1">
            <a:off x="483322" y="446337"/>
            <a:ext cx="1196532" cy="583072"/>
          </a:xfrm>
          <a:prstGeom prst="snip1Rect">
            <a:avLst/>
          </a:prstGeom>
          <a:solidFill>
            <a:srgbClr val="F7F7F7"/>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cs typeface="Arial"/>
            </a:endParaRPr>
          </a:p>
        </p:txBody>
      </p:sp>
      <p:sp>
        <p:nvSpPr>
          <p:cNvPr id="80" name="TextBox 79">
            <a:extLst>
              <a:ext uri="{FF2B5EF4-FFF2-40B4-BE49-F238E27FC236}">
                <a16:creationId xmlns:a16="http://schemas.microsoft.com/office/drawing/2014/main" id="{EF110F2B-F52E-F98C-4789-F43A66B97835}"/>
              </a:ext>
            </a:extLst>
          </p:cNvPr>
          <p:cNvSpPr txBox="1"/>
          <p:nvPr/>
        </p:nvSpPr>
        <p:spPr>
          <a:xfrm>
            <a:off x="556436" y="467841"/>
            <a:ext cx="112274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solidFill>
                  <a:srgbClr val="92D050"/>
                </a:solidFill>
                <a:latin typeface="Mystical Woods Rough Script"/>
              </a:rPr>
              <a:t>Team</a:t>
            </a:r>
          </a:p>
          <a:p>
            <a:r>
              <a:rPr lang="en-GB" b="1">
                <a:solidFill>
                  <a:srgbClr val="92D050"/>
                </a:solidFill>
                <a:latin typeface="Mystical Woods Rough Script"/>
              </a:rPr>
              <a:t>Emerald</a:t>
            </a:r>
          </a:p>
        </p:txBody>
      </p:sp>
      <p:sp>
        <p:nvSpPr>
          <p:cNvPr id="79" name="TextBox 78">
            <a:extLst>
              <a:ext uri="{FF2B5EF4-FFF2-40B4-BE49-F238E27FC236}">
                <a16:creationId xmlns:a16="http://schemas.microsoft.com/office/drawing/2014/main" id="{B8F0663B-F3BC-951E-98B7-E2B68A5CD1AA}"/>
              </a:ext>
            </a:extLst>
          </p:cNvPr>
          <p:cNvSpPr txBox="1"/>
          <p:nvPr/>
        </p:nvSpPr>
        <p:spPr>
          <a:xfrm>
            <a:off x="570905" y="467842"/>
            <a:ext cx="112274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rgbClr val="00B050"/>
                </a:solidFill>
                <a:latin typeface="Mystical Woods Rough Script"/>
              </a:rPr>
              <a:t>Team</a:t>
            </a:r>
          </a:p>
          <a:p>
            <a:r>
              <a:rPr lang="en-GB">
                <a:solidFill>
                  <a:srgbClr val="00B050"/>
                </a:solidFill>
                <a:latin typeface="Mystical Woods Rough Script"/>
              </a:rPr>
              <a:t>Emerald</a:t>
            </a:r>
          </a:p>
        </p:txBody>
      </p:sp>
      <p:sp>
        <p:nvSpPr>
          <p:cNvPr id="85" name="Oval 84">
            <a:extLst>
              <a:ext uri="{FF2B5EF4-FFF2-40B4-BE49-F238E27FC236}">
                <a16:creationId xmlns:a16="http://schemas.microsoft.com/office/drawing/2014/main" id="{E98D446B-AB61-DAE3-46F7-1874E68C4D3B}"/>
              </a:ext>
            </a:extLst>
          </p:cNvPr>
          <p:cNvSpPr/>
          <p:nvPr/>
        </p:nvSpPr>
        <p:spPr>
          <a:xfrm>
            <a:off x="1434715" y="484282"/>
            <a:ext cx="122750" cy="115694"/>
          </a:xfrm>
          <a:prstGeom prst="ellipse">
            <a:avLst/>
          </a:prstGeom>
          <a:solidFill>
            <a:schemeClr val="bg2">
              <a:lumMod val="60000"/>
              <a:lumOff val="40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grpSp>
        <p:nvGrpSpPr>
          <p:cNvPr id="81" name="Group 80">
            <a:extLst>
              <a:ext uri="{FF2B5EF4-FFF2-40B4-BE49-F238E27FC236}">
                <a16:creationId xmlns:a16="http://schemas.microsoft.com/office/drawing/2014/main" id="{5301770D-B308-07E7-B0CF-2D980FE9A6F9}"/>
              </a:ext>
            </a:extLst>
          </p:cNvPr>
          <p:cNvGrpSpPr/>
          <p:nvPr/>
        </p:nvGrpSpPr>
        <p:grpSpPr>
          <a:xfrm>
            <a:off x="1316520" y="366266"/>
            <a:ext cx="364603" cy="364603"/>
            <a:chOff x="-1143099" y="474779"/>
            <a:chExt cx="364603" cy="364603"/>
          </a:xfrm>
        </p:grpSpPr>
        <p:sp>
          <p:nvSpPr>
            <p:cNvPr id="82" name="Oval 81">
              <a:extLst>
                <a:ext uri="{FF2B5EF4-FFF2-40B4-BE49-F238E27FC236}">
                  <a16:creationId xmlns:a16="http://schemas.microsoft.com/office/drawing/2014/main" id="{0EF5C4A0-FFEC-EC1B-86A2-CE14A13848A6}"/>
                </a:ext>
              </a:extLst>
            </p:cNvPr>
            <p:cNvSpPr/>
            <p:nvPr/>
          </p:nvSpPr>
          <p:spPr>
            <a:xfrm>
              <a:off x="-1143099" y="474779"/>
              <a:ext cx="364603" cy="364603"/>
            </a:xfrm>
            <a:prstGeom prst="ellipse">
              <a:avLst/>
            </a:prstGeom>
            <a:solidFill>
              <a:srgbClr val="38F53B">
                <a:alpha val="50000"/>
              </a:srgbClr>
            </a:solidFill>
          </p:spPr>
          <p:style>
            <a:lnRef idx="0">
              <a:schemeClr val="accent5"/>
            </a:lnRef>
            <a:fillRef idx="3">
              <a:schemeClr val="accent5"/>
            </a:fillRef>
            <a:effectRef idx="3">
              <a:schemeClr val="accent5"/>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83" name="Oval 82">
              <a:extLst>
                <a:ext uri="{FF2B5EF4-FFF2-40B4-BE49-F238E27FC236}">
                  <a16:creationId xmlns:a16="http://schemas.microsoft.com/office/drawing/2014/main" id="{14804820-CBB0-C93E-525F-1968B4913C6E}"/>
                </a:ext>
              </a:extLst>
            </p:cNvPr>
            <p:cNvSpPr/>
            <p:nvPr/>
          </p:nvSpPr>
          <p:spPr>
            <a:xfrm>
              <a:off x="-1099693" y="510951"/>
              <a:ext cx="285027" cy="285027"/>
            </a:xfrm>
            <a:prstGeom prst="ellipse">
              <a:avLst/>
            </a:prstGeom>
            <a:solidFill>
              <a:srgbClr val="38F53B">
                <a:alpha val="50000"/>
              </a:srgbClr>
            </a:solidFill>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grpSp>
      <p:sp>
        <p:nvSpPr>
          <p:cNvPr id="2" name="Slide Number Placeholder 1">
            <a:extLst>
              <a:ext uri="{FF2B5EF4-FFF2-40B4-BE49-F238E27FC236}">
                <a16:creationId xmlns:a16="http://schemas.microsoft.com/office/drawing/2014/main" id="{E6FBE3C1-ACA6-25C4-8BCE-BAFC736B6E33}"/>
              </a:ext>
            </a:extLst>
          </p:cNvPr>
          <p:cNvSpPr>
            <a:spLocks noGrp="1"/>
          </p:cNvSpPr>
          <p:nvPr>
            <p:ph type="sldNum" idx="12"/>
          </p:nvPr>
        </p:nvSpPr>
        <p:spPr>
          <a:xfrm>
            <a:off x="8596697" y="4750858"/>
            <a:ext cx="548700" cy="393600"/>
          </a:xfrm>
        </p:spPr>
        <p:txBody>
          <a:bodyPr>
            <a:normAutofit/>
          </a:bodyPr>
          <a:lstStyle/>
          <a:p>
            <a:fld id="{6C6B8355-CC4A-4489-9CDF-6F8CE9A302A1}" type="slidenum">
              <a:rPr lang="en">
                <a:latin typeface="Calibri"/>
                <a:ea typeface="Calibri"/>
                <a:cs typeface="Calibri"/>
              </a:rPr>
              <a:t>3</a:t>
            </a:fld>
            <a:endParaRPr lang="en-GB">
              <a:latin typeface="Calibri"/>
              <a:ea typeface="Calibri"/>
              <a:cs typeface="Calibri"/>
            </a:endParaRPr>
          </a:p>
        </p:txBody>
      </p:sp>
      <p:sp>
        <p:nvSpPr>
          <p:cNvPr id="6" name="TextBox 5">
            <a:extLst>
              <a:ext uri="{FF2B5EF4-FFF2-40B4-BE49-F238E27FC236}">
                <a16:creationId xmlns:a16="http://schemas.microsoft.com/office/drawing/2014/main" id="{80C244D1-3E54-7119-51CB-946F207F179A}"/>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Tree>
    <p:extLst>
      <p:ext uri="{BB962C8B-B14F-4D97-AF65-F5344CB8AC3E}">
        <p14:creationId xmlns:p14="http://schemas.microsoft.com/office/powerpoint/2010/main" val="2639300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65"/>
        <p:cNvGrpSpPr/>
        <p:nvPr/>
      </p:nvGrpSpPr>
      <p:grpSpPr>
        <a:xfrm>
          <a:off x="0" y="0"/>
          <a:ext cx="0" cy="0"/>
          <a:chOff x="0" y="0"/>
          <a:chExt cx="0" cy="0"/>
        </a:xfrm>
      </p:grpSpPr>
      <p:grpSp>
        <p:nvGrpSpPr>
          <p:cNvPr id="9" name="Group 8">
            <a:extLst>
              <a:ext uri="{FF2B5EF4-FFF2-40B4-BE49-F238E27FC236}">
                <a16:creationId xmlns:a16="http://schemas.microsoft.com/office/drawing/2014/main" id="{4E3BFE65-CD2A-EAD7-9A35-05A504AA5E91}"/>
              </a:ext>
            </a:extLst>
          </p:cNvPr>
          <p:cNvGrpSpPr/>
          <p:nvPr/>
        </p:nvGrpSpPr>
        <p:grpSpPr>
          <a:xfrm>
            <a:off x="1262" y="-142"/>
            <a:ext cx="9146016" cy="5141405"/>
            <a:chOff x="1263" y="-142"/>
            <a:chExt cx="10058400" cy="914401"/>
          </a:xfrm>
        </p:grpSpPr>
        <p:sp>
          <p:nvSpPr>
            <p:cNvPr id="3" name="Rectangle 2">
              <a:extLst>
                <a:ext uri="{FF2B5EF4-FFF2-40B4-BE49-F238E27FC236}">
                  <a16:creationId xmlns:a16="http://schemas.microsoft.com/office/drawing/2014/main" id="{32CD6DA4-C1C0-A191-68CE-441AA902B85B}"/>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6BED25B3-8C61-618E-35F8-8765DEF2CF0A}"/>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247C3D59-955C-9C58-0209-B81EFDDDA9B9}"/>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96C1C334-7D93-4E79-3697-01696B256F6E}"/>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FCE30D-5C42-7A25-E68B-374D26767BE0}"/>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73A94BEB-308D-D05A-925B-B92BFF575135}"/>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Rectangle 10">
            <a:extLst>
              <a:ext uri="{FF2B5EF4-FFF2-40B4-BE49-F238E27FC236}">
                <a16:creationId xmlns:a16="http://schemas.microsoft.com/office/drawing/2014/main" id="{0258C602-5EE4-D71B-AF42-5045ED7C7967}"/>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02AF9EEC-C174-E762-FE8C-40D9EA844768}"/>
              </a:ext>
            </a:extLst>
          </p:cNvPr>
          <p:cNvSpPr/>
          <p:nvPr/>
        </p:nvSpPr>
        <p:spPr>
          <a:xfrm>
            <a:off x="454139" y="341831"/>
            <a:ext cx="8237349" cy="4062493"/>
          </a:xfrm>
          <a:prstGeom prst="rect">
            <a:avLst/>
          </a:prstGeom>
          <a:solidFill>
            <a:srgbClr val="126E2A"/>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Google Shape;66;p15"/>
          <p:cNvSpPr txBox="1">
            <a:spLocks noGrp="1"/>
          </p:cNvSpPr>
          <p:nvPr>
            <p:ph type="title"/>
          </p:nvPr>
        </p:nvSpPr>
        <p:spPr>
          <a:xfrm>
            <a:off x="456384" y="454872"/>
            <a:ext cx="8520600" cy="5727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a:solidFill>
                  <a:schemeClr val="accent6">
                    <a:lumMod val="20000"/>
                    <a:lumOff val="80000"/>
                  </a:schemeClr>
                </a:solidFill>
                <a:latin typeface="Fairwater Script"/>
              </a:rPr>
              <a:t>Elevator Pitch</a:t>
            </a:r>
            <a:endParaRPr>
              <a:solidFill>
                <a:schemeClr val="accent6">
                  <a:lumMod val="20000"/>
                  <a:lumOff val="80000"/>
                </a:schemeClr>
              </a:solidFill>
              <a:latin typeface="Fairwater Script"/>
            </a:endParaRPr>
          </a:p>
        </p:txBody>
      </p:sp>
      <p:sp>
        <p:nvSpPr>
          <p:cNvPr id="67" name="Google Shape;67;p15"/>
          <p:cNvSpPr txBox="1">
            <a:spLocks noGrp="1"/>
          </p:cNvSpPr>
          <p:nvPr>
            <p:ph type="body" idx="1"/>
          </p:nvPr>
        </p:nvSpPr>
        <p:spPr>
          <a:xfrm>
            <a:off x="456384" y="913747"/>
            <a:ext cx="8231233" cy="3488741"/>
          </a:xfrm>
          <a:prstGeom prst="rect">
            <a:avLst/>
          </a:prstGeom>
        </p:spPr>
        <p:txBody>
          <a:bodyPr spcFirstLastPara="1" wrap="square" lIns="91425" tIns="91425" rIns="91425" bIns="91425" anchor="t" anchorCtr="0">
            <a:normAutofit/>
          </a:bodyPr>
          <a:lstStyle/>
          <a:p>
            <a:pPr marL="0" indent="0">
              <a:lnSpc>
                <a:spcPct val="100000"/>
              </a:lnSpc>
              <a:spcAft>
                <a:spcPts val="1200"/>
              </a:spcAft>
              <a:buNone/>
            </a:pPr>
            <a:r>
              <a:rPr lang="en-US">
                <a:solidFill>
                  <a:srgbClr val="FBFFD9"/>
                </a:solidFill>
                <a:latin typeface="Calibri"/>
                <a:ea typeface="Calibri"/>
                <a:cs typeface="Calibri"/>
              </a:rPr>
              <a:t>AI language models like ChatGPT and Grammarly have become everyday companions for students. They are reaching for these AI tools without understanding how best to utilize them, instead letting it do the thinking for them. This is leading to weaker critical thinking, creativity, and problem-solving skills. </a:t>
            </a:r>
            <a:endParaRPr lang="en-US">
              <a:solidFill>
                <a:srgbClr val="595959"/>
              </a:solidFill>
              <a:ea typeface="Calibri"/>
            </a:endParaRPr>
          </a:p>
          <a:p>
            <a:pPr marL="0" indent="0">
              <a:lnSpc>
                <a:spcPct val="100000"/>
              </a:lnSpc>
              <a:spcAft>
                <a:spcPts val="1200"/>
              </a:spcAft>
              <a:buNone/>
            </a:pPr>
            <a:r>
              <a:rPr lang="en-US">
                <a:solidFill>
                  <a:srgbClr val="FBFFD9"/>
                </a:solidFill>
                <a:latin typeface="Calibri"/>
                <a:ea typeface="Calibri"/>
                <a:cs typeface="Calibri"/>
              </a:rPr>
              <a:t>That’s why we're building a web application that will encourage users to think first. With features like reflective prompts, challenge modes, and usage tracking, students and instructors alike will find value in our product. </a:t>
            </a:r>
            <a:r>
              <a:rPr lang="en-US" err="1">
                <a:solidFill>
                  <a:srgbClr val="FBFFD9"/>
                </a:solidFill>
                <a:latin typeface="Calibri"/>
                <a:ea typeface="Calibri"/>
                <a:cs typeface="Calibri"/>
              </a:rPr>
              <a:t>EduSense</a:t>
            </a:r>
            <a:r>
              <a:rPr lang="en-US">
                <a:solidFill>
                  <a:srgbClr val="FBFFD9"/>
                </a:solidFill>
                <a:latin typeface="Calibri"/>
                <a:ea typeface="Calibri"/>
                <a:cs typeface="Calibri"/>
              </a:rPr>
              <a:t> will empower students and teachers to harness the benefits of AI while still building the independent skills that matter most for lifelong learning.</a:t>
            </a:r>
            <a:endParaRPr lang="en-US"/>
          </a:p>
        </p:txBody>
      </p:sp>
      <p:sp>
        <p:nvSpPr>
          <p:cNvPr id="2" name="Slide Number Placeholder 1">
            <a:extLst>
              <a:ext uri="{FF2B5EF4-FFF2-40B4-BE49-F238E27FC236}">
                <a16:creationId xmlns:a16="http://schemas.microsoft.com/office/drawing/2014/main" id="{7FFBA140-57F6-942F-93CF-6F13427C8746}"/>
              </a:ext>
            </a:extLst>
          </p:cNvPr>
          <p:cNvSpPr>
            <a:spLocks noGrp="1"/>
          </p:cNvSpPr>
          <p:nvPr>
            <p:ph type="sldNum" idx="12"/>
          </p:nvPr>
        </p:nvSpPr>
        <p:spPr>
          <a:xfrm>
            <a:off x="8595439" y="4750027"/>
            <a:ext cx="548700" cy="393600"/>
          </a:xfrm>
        </p:spPr>
        <p:txBody>
          <a:bodyPr/>
          <a:lstStyle/>
          <a:p>
            <a:fld id="{00000000-1234-1234-1234-123412341234}" type="slidenum">
              <a:rPr lang="en"/>
              <a:t>4</a:t>
            </a:fld>
            <a:endParaRPr lang="en-GB"/>
          </a:p>
        </p:txBody>
      </p:sp>
      <p:sp>
        <p:nvSpPr>
          <p:cNvPr id="12" name="Rectangle 11">
            <a:extLst>
              <a:ext uri="{FF2B5EF4-FFF2-40B4-BE49-F238E27FC236}">
                <a16:creationId xmlns:a16="http://schemas.microsoft.com/office/drawing/2014/main" id="{6BE25DD2-26DA-D866-7F40-A07FEAE71DDB}"/>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5A1794F1-3406-9F41-69DF-E9C57327E8B5}"/>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65">
          <a:extLst>
            <a:ext uri="{FF2B5EF4-FFF2-40B4-BE49-F238E27FC236}">
              <a16:creationId xmlns:a16="http://schemas.microsoft.com/office/drawing/2014/main" id="{C1DED72A-7D9E-4715-80D6-3EC549732A07}"/>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8CADA3E5-B324-AF24-ED9A-8EBEEA3172C1}"/>
              </a:ext>
            </a:extLst>
          </p:cNvPr>
          <p:cNvGrpSpPr/>
          <p:nvPr/>
        </p:nvGrpSpPr>
        <p:grpSpPr>
          <a:xfrm>
            <a:off x="1262" y="-142"/>
            <a:ext cx="9146016" cy="5141405"/>
            <a:chOff x="1263" y="-142"/>
            <a:chExt cx="10058400" cy="914401"/>
          </a:xfrm>
        </p:grpSpPr>
        <p:sp>
          <p:nvSpPr>
            <p:cNvPr id="3" name="Rectangle 2">
              <a:extLst>
                <a:ext uri="{FF2B5EF4-FFF2-40B4-BE49-F238E27FC236}">
                  <a16:creationId xmlns:a16="http://schemas.microsoft.com/office/drawing/2014/main" id="{86A31CC9-14E3-A531-4A55-976E12D2B99A}"/>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6DE2C3D9-1017-516D-EFC5-E39D31AF08A0}"/>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7BFC8C0E-7E16-812B-3755-050A2756E194}"/>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397318E0-8D1C-5188-7FCB-6048CF1C1D48}"/>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2539B4E2-6B9E-ED70-1E9F-74355A439763}"/>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2D1AA273-F8B5-BB4B-E873-0B818401923E}"/>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Rectangle 10">
            <a:extLst>
              <a:ext uri="{FF2B5EF4-FFF2-40B4-BE49-F238E27FC236}">
                <a16:creationId xmlns:a16="http://schemas.microsoft.com/office/drawing/2014/main" id="{5DABDD0A-7FF9-D0A9-F6EE-67729B5D86B5}"/>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77CE64BA-7FEA-F5D9-3492-29801EA3868D}"/>
              </a:ext>
            </a:extLst>
          </p:cNvPr>
          <p:cNvSpPr/>
          <p:nvPr/>
        </p:nvSpPr>
        <p:spPr>
          <a:xfrm>
            <a:off x="454139" y="341831"/>
            <a:ext cx="8237349" cy="4062493"/>
          </a:xfrm>
          <a:prstGeom prst="rect">
            <a:avLst/>
          </a:prstGeom>
          <a:solidFill>
            <a:srgbClr val="126E2A"/>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Google Shape;66;p15">
            <a:extLst>
              <a:ext uri="{FF2B5EF4-FFF2-40B4-BE49-F238E27FC236}">
                <a16:creationId xmlns:a16="http://schemas.microsoft.com/office/drawing/2014/main" id="{96DE86C4-D6B7-8953-DA96-6B4898CE22D9}"/>
              </a:ext>
            </a:extLst>
          </p:cNvPr>
          <p:cNvSpPr txBox="1">
            <a:spLocks noGrp="1"/>
          </p:cNvSpPr>
          <p:nvPr>
            <p:ph type="title"/>
          </p:nvPr>
        </p:nvSpPr>
        <p:spPr>
          <a:xfrm>
            <a:off x="457074" y="338571"/>
            <a:ext cx="8520600" cy="572700"/>
          </a:xfrm>
          <a:prstGeom prst="rect">
            <a:avLst/>
          </a:prstGeom>
        </p:spPr>
        <p:txBody>
          <a:bodyPr spcFirstLastPara="1" wrap="square" lIns="91425" tIns="91425" rIns="91425" bIns="91425" anchor="t" anchorCtr="0">
            <a:normAutofit fontScale="90000"/>
          </a:bodyPr>
          <a:lstStyle/>
          <a:p>
            <a:r>
              <a:rPr lang="en">
                <a:solidFill>
                  <a:schemeClr val="accent6">
                    <a:lumMod val="20000"/>
                    <a:lumOff val="80000"/>
                  </a:schemeClr>
                </a:solidFill>
                <a:latin typeface="Fairwater Script"/>
              </a:rPr>
              <a:t>The Societal Problem</a:t>
            </a:r>
            <a:endParaRPr>
              <a:solidFill>
                <a:schemeClr val="accent6">
                  <a:lumMod val="20000"/>
                  <a:lumOff val="80000"/>
                </a:schemeClr>
              </a:solidFill>
              <a:latin typeface="Fairwater Script"/>
            </a:endParaRPr>
          </a:p>
        </p:txBody>
      </p:sp>
      <p:sp>
        <p:nvSpPr>
          <p:cNvPr id="2" name="Slide Number Placeholder 1">
            <a:extLst>
              <a:ext uri="{FF2B5EF4-FFF2-40B4-BE49-F238E27FC236}">
                <a16:creationId xmlns:a16="http://schemas.microsoft.com/office/drawing/2014/main" id="{E687E9B8-243B-AA6B-DF32-3D02ABE1C22F}"/>
              </a:ext>
            </a:extLst>
          </p:cNvPr>
          <p:cNvSpPr>
            <a:spLocks noGrp="1"/>
          </p:cNvSpPr>
          <p:nvPr>
            <p:ph type="sldNum" idx="12"/>
          </p:nvPr>
        </p:nvSpPr>
        <p:spPr>
          <a:xfrm>
            <a:off x="8591071" y="4749481"/>
            <a:ext cx="548700" cy="393600"/>
          </a:xfrm>
        </p:spPr>
        <p:txBody>
          <a:bodyPr/>
          <a:lstStyle/>
          <a:p>
            <a:fld id="{00000000-1234-1234-1234-123412341234}" type="slidenum">
              <a:rPr lang="en"/>
              <a:t>5</a:t>
            </a:fld>
            <a:endParaRPr lang="en-GB"/>
          </a:p>
        </p:txBody>
      </p:sp>
      <p:sp>
        <p:nvSpPr>
          <p:cNvPr id="12" name="Rectangle 11">
            <a:extLst>
              <a:ext uri="{FF2B5EF4-FFF2-40B4-BE49-F238E27FC236}">
                <a16:creationId xmlns:a16="http://schemas.microsoft.com/office/drawing/2014/main" id="{C848C7AB-F5AE-5727-91E3-2890A7E64080}"/>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7" name="Google Shape;67;p15">
            <a:extLst>
              <a:ext uri="{FF2B5EF4-FFF2-40B4-BE49-F238E27FC236}">
                <a16:creationId xmlns:a16="http://schemas.microsoft.com/office/drawing/2014/main" id="{07095005-BC97-19B4-44D9-A7FA14D71DC9}"/>
              </a:ext>
            </a:extLst>
          </p:cNvPr>
          <p:cNvSpPr txBox="1">
            <a:spLocks/>
          </p:cNvSpPr>
          <p:nvPr/>
        </p:nvSpPr>
        <p:spPr>
          <a:xfrm>
            <a:off x="456384" y="913747"/>
            <a:ext cx="8231233" cy="3488741"/>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RPr/>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nSpc>
                <a:spcPct val="100000"/>
              </a:lnSpc>
              <a:spcAft>
                <a:spcPts val="1200"/>
              </a:spcAft>
              <a:buNone/>
            </a:pPr>
            <a:r>
              <a:rPr lang="en-US">
                <a:solidFill>
                  <a:srgbClr val="FBFFD9"/>
                </a:solidFill>
                <a:latin typeface="Calibri"/>
                <a:ea typeface="Calibri"/>
                <a:cs typeface="Calibri"/>
              </a:rPr>
              <a:t>Recent studies show that using LLMs for writing tasks can boost quality and save time but will impede a student's understanding in the long term.  As students become more reliant on these tools, they begin to abuse them. Much of the effort required to properly learn is off-loaded onto the LLM. While it may save time on assignments, students will fail to learn the subjects and soft skills that are crucial to living life well.</a:t>
            </a:r>
          </a:p>
          <a:p>
            <a:pPr marL="0" indent="0">
              <a:lnSpc>
                <a:spcPct val="100000"/>
              </a:lnSpc>
              <a:spcAft>
                <a:spcPts val="1200"/>
              </a:spcAft>
              <a:buNone/>
            </a:pPr>
            <a:endParaRPr lang="en-US">
              <a:solidFill>
                <a:srgbClr val="FBFFD9"/>
              </a:solidFill>
              <a:latin typeface="Calibri"/>
              <a:ea typeface="Calibri"/>
              <a:cs typeface="Calibri"/>
            </a:endParaRPr>
          </a:p>
        </p:txBody>
      </p:sp>
      <p:sp>
        <p:nvSpPr>
          <p:cNvPr id="14" name="TextBox 13">
            <a:extLst>
              <a:ext uri="{FF2B5EF4-FFF2-40B4-BE49-F238E27FC236}">
                <a16:creationId xmlns:a16="http://schemas.microsoft.com/office/drawing/2014/main" id="{DE9E82EF-1CF2-37FC-9F5E-0B2CF4E02AF3}"/>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Tree>
    <p:extLst>
      <p:ext uri="{BB962C8B-B14F-4D97-AF65-F5344CB8AC3E}">
        <p14:creationId xmlns:p14="http://schemas.microsoft.com/office/powerpoint/2010/main" val="2702474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65">
          <a:extLst>
            <a:ext uri="{FF2B5EF4-FFF2-40B4-BE49-F238E27FC236}">
              <a16:creationId xmlns:a16="http://schemas.microsoft.com/office/drawing/2014/main" id="{41575F03-BADD-8053-3D56-3B77F4279C1A}"/>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D658C66E-A4DF-49FD-C1B3-2EC66B348C95}"/>
              </a:ext>
            </a:extLst>
          </p:cNvPr>
          <p:cNvGrpSpPr/>
          <p:nvPr/>
        </p:nvGrpSpPr>
        <p:grpSpPr>
          <a:xfrm>
            <a:off x="1262" y="-142"/>
            <a:ext cx="9146016" cy="5141405"/>
            <a:chOff x="1263" y="-142"/>
            <a:chExt cx="10058400" cy="914401"/>
          </a:xfrm>
        </p:grpSpPr>
        <p:sp>
          <p:nvSpPr>
            <p:cNvPr id="3" name="Rectangle 2">
              <a:extLst>
                <a:ext uri="{FF2B5EF4-FFF2-40B4-BE49-F238E27FC236}">
                  <a16:creationId xmlns:a16="http://schemas.microsoft.com/office/drawing/2014/main" id="{B83DD35B-154D-0B4D-8B54-7B967D4F4FB6}"/>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68F1AC0F-8793-B454-D035-79D78D097781}"/>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C381BC9-C486-800F-AB0B-CC243CE5C1C5}"/>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E04CE797-7C51-1F92-2DD9-60BC6D5E00DA}"/>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2D97288-A5B5-C5FE-B2ED-F9AA6FEE588F}"/>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0F01A0A8-E5A4-A7CD-C335-3F05A27AE886}"/>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Rectangle 10">
            <a:extLst>
              <a:ext uri="{FF2B5EF4-FFF2-40B4-BE49-F238E27FC236}">
                <a16:creationId xmlns:a16="http://schemas.microsoft.com/office/drawing/2014/main" id="{77509A41-2C0B-FBA9-E979-2A17B80B8585}"/>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229AAEF7-38B7-E250-7495-D1EFD9D73802}"/>
              </a:ext>
            </a:extLst>
          </p:cNvPr>
          <p:cNvSpPr/>
          <p:nvPr/>
        </p:nvSpPr>
        <p:spPr>
          <a:xfrm>
            <a:off x="454139" y="341831"/>
            <a:ext cx="8237349" cy="4062493"/>
          </a:xfrm>
          <a:prstGeom prst="rect">
            <a:avLst/>
          </a:prstGeom>
          <a:solidFill>
            <a:srgbClr val="126E2A"/>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Google Shape;66;p15">
            <a:extLst>
              <a:ext uri="{FF2B5EF4-FFF2-40B4-BE49-F238E27FC236}">
                <a16:creationId xmlns:a16="http://schemas.microsoft.com/office/drawing/2014/main" id="{8A9A6871-1E84-56D3-F8DE-A96C270C3758}"/>
              </a:ext>
            </a:extLst>
          </p:cNvPr>
          <p:cNvSpPr txBox="1">
            <a:spLocks noGrp="1"/>
          </p:cNvSpPr>
          <p:nvPr>
            <p:ph type="title"/>
          </p:nvPr>
        </p:nvSpPr>
        <p:spPr>
          <a:xfrm>
            <a:off x="416697" y="446935"/>
            <a:ext cx="8520600" cy="572700"/>
          </a:xfrm>
          <a:prstGeom prst="rect">
            <a:avLst/>
          </a:prstGeom>
        </p:spPr>
        <p:txBody>
          <a:bodyPr spcFirstLastPara="1" wrap="square" lIns="91425" tIns="91425" rIns="91425" bIns="91425" anchor="t" anchorCtr="0">
            <a:normAutofit fontScale="90000"/>
          </a:bodyPr>
          <a:lstStyle/>
          <a:p>
            <a:r>
              <a:rPr lang="en">
                <a:solidFill>
                  <a:schemeClr val="accent6">
                    <a:lumMod val="20000"/>
                    <a:lumOff val="80000"/>
                  </a:schemeClr>
                </a:solidFill>
                <a:latin typeface="Fairwater Script"/>
              </a:rPr>
              <a:t>Problem Characteristics</a:t>
            </a:r>
            <a:endParaRPr>
              <a:solidFill>
                <a:schemeClr val="accent6">
                  <a:lumMod val="20000"/>
                  <a:lumOff val="80000"/>
                </a:schemeClr>
              </a:solidFill>
              <a:latin typeface="Fairwater Script"/>
            </a:endParaRPr>
          </a:p>
        </p:txBody>
      </p:sp>
      <p:sp>
        <p:nvSpPr>
          <p:cNvPr id="67" name="Google Shape;67;p15">
            <a:extLst>
              <a:ext uri="{FF2B5EF4-FFF2-40B4-BE49-F238E27FC236}">
                <a16:creationId xmlns:a16="http://schemas.microsoft.com/office/drawing/2014/main" id="{835F4AE6-22C7-E0C9-E4A0-51C88D1A0F63}"/>
              </a:ext>
            </a:extLst>
          </p:cNvPr>
          <p:cNvSpPr txBox="1">
            <a:spLocks noGrp="1"/>
          </p:cNvSpPr>
          <p:nvPr>
            <p:ph type="body" idx="1"/>
          </p:nvPr>
        </p:nvSpPr>
        <p:spPr>
          <a:xfrm>
            <a:off x="456384" y="913747"/>
            <a:ext cx="8231233" cy="3488741"/>
          </a:xfrm>
          <a:prstGeom prst="rect">
            <a:avLst/>
          </a:prstGeom>
        </p:spPr>
        <p:txBody>
          <a:bodyPr spcFirstLastPara="1" wrap="square" lIns="91425" tIns="91425" rIns="91425" bIns="91425" anchor="t" anchorCtr="0">
            <a:normAutofit/>
          </a:bodyPr>
          <a:lstStyle/>
          <a:p>
            <a:pPr marL="285750" indent="-285750">
              <a:lnSpc>
                <a:spcPct val="100000"/>
              </a:lnSpc>
              <a:buClr>
                <a:schemeClr val="accent6">
                  <a:lumMod val="20000"/>
                  <a:lumOff val="80000"/>
                </a:schemeClr>
              </a:buClr>
            </a:pPr>
            <a:r>
              <a:rPr lang="en-US">
                <a:solidFill>
                  <a:srgbClr val="FBFFD9"/>
                </a:solidFill>
                <a:latin typeface="Calibri"/>
                <a:ea typeface="Calibri"/>
                <a:cs typeface="Calibri"/>
              </a:rPr>
              <a:t>According to </a:t>
            </a:r>
            <a:r>
              <a:rPr lang="en-US" err="1">
                <a:solidFill>
                  <a:srgbClr val="FBFFD9"/>
                </a:solidFill>
                <a:latin typeface="Calibri"/>
                <a:ea typeface="Calibri"/>
                <a:cs typeface="Calibri"/>
              </a:rPr>
              <a:t>Qirui</a:t>
            </a:r>
            <a:r>
              <a:rPr lang="en-US">
                <a:solidFill>
                  <a:srgbClr val="FBFFD9"/>
                </a:solidFill>
                <a:latin typeface="Calibri"/>
                <a:ea typeface="Calibri"/>
                <a:cs typeface="Calibri"/>
              </a:rPr>
              <a:t> Ju, a study conducted on a group of students found that those who fully relied on AI for their school assignments scored almost 20% lower during a writing assignment than those who don't. (Ju, 2025)</a:t>
            </a:r>
            <a:endParaRPr lang="en-US">
              <a:solidFill>
                <a:srgbClr val="595959"/>
              </a:solidFill>
              <a:ea typeface="Calibri"/>
            </a:endParaRPr>
          </a:p>
          <a:p>
            <a:pPr marL="285750" indent="-285750">
              <a:lnSpc>
                <a:spcPct val="100000"/>
              </a:lnSpc>
              <a:buClr>
                <a:schemeClr val="accent6">
                  <a:lumMod val="20000"/>
                  <a:lumOff val="80000"/>
                </a:schemeClr>
              </a:buClr>
            </a:pPr>
            <a:endParaRPr lang="en-US">
              <a:solidFill>
                <a:srgbClr val="FBFFD9"/>
              </a:solidFill>
              <a:latin typeface="Calibri"/>
              <a:ea typeface="Calibri"/>
            </a:endParaRPr>
          </a:p>
          <a:p>
            <a:pPr marL="285750" indent="-285750">
              <a:lnSpc>
                <a:spcPct val="100000"/>
              </a:lnSpc>
              <a:buClr>
                <a:schemeClr val="accent6">
                  <a:lumMod val="20000"/>
                  <a:lumOff val="80000"/>
                </a:schemeClr>
              </a:buClr>
            </a:pPr>
            <a:r>
              <a:rPr lang="en-US">
                <a:solidFill>
                  <a:srgbClr val="FBFFD9"/>
                </a:solidFill>
                <a:latin typeface="Calibri"/>
                <a:ea typeface="Calibri"/>
              </a:rPr>
              <a:t>A systematic review found that excessive reliance on AI dialogue systems significantly impairs students’ abilities in critical thinking, decision-making, and analytical reasoning. (Zhai et al., 2024) </a:t>
            </a:r>
            <a:endParaRPr lang="en-US">
              <a:solidFill>
                <a:srgbClr val="595959"/>
              </a:solidFill>
              <a:ea typeface="Calibri"/>
            </a:endParaRPr>
          </a:p>
          <a:p>
            <a:pPr marL="254000" indent="-285750">
              <a:lnSpc>
                <a:spcPct val="100000"/>
              </a:lnSpc>
              <a:buClr>
                <a:schemeClr val="accent6">
                  <a:lumMod val="20000"/>
                  <a:lumOff val="80000"/>
                </a:schemeClr>
              </a:buClr>
            </a:pPr>
            <a:endParaRPr lang="en-US">
              <a:solidFill>
                <a:srgbClr val="FBFFD9"/>
              </a:solidFill>
              <a:latin typeface="Calibri"/>
              <a:ea typeface="Calibri"/>
            </a:endParaRPr>
          </a:p>
          <a:p>
            <a:pPr marL="254000" indent="-285750">
              <a:lnSpc>
                <a:spcPct val="100000"/>
              </a:lnSpc>
              <a:buClr>
                <a:schemeClr val="accent6">
                  <a:lumMod val="20000"/>
                  <a:lumOff val="80000"/>
                </a:schemeClr>
              </a:buClr>
            </a:pPr>
            <a:r>
              <a:rPr lang="en-US">
                <a:solidFill>
                  <a:srgbClr val="FBFFD9"/>
                </a:solidFill>
                <a:latin typeface="Calibri"/>
                <a:ea typeface="Calibri"/>
              </a:rPr>
              <a:t>Many users rely on AI responses without checking them, often because of mental shortcuts and cognitive biases. (Vasconcelos et al., 2023)</a:t>
            </a:r>
            <a:endParaRPr lang="en-US">
              <a:latin typeface="Calibri"/>
            </a:endParaRPr>
          </a:p>
        </p:txBody>
      </p:sp>
      <p:sp>
        <p:nvSpPr>
          <p:cNvPr id="14" name="Slide Number Placeholder 13">
            <a:extLst>
              <a:ext uri="{FF2B5EF4-FFF2-40B4-BE49-F238E27FC236}">
                <a16:creationId xmlns:a16="http://schemas.microsoft.com/office/drawing/2014/main" id="{67A90ABA-D96E-3926-48D8-287E47DE67B2}"/>
              </a:ext>
            </a:extLst>
          </p:cNvPr>
          <p:cNvSpPr>
            <a:spLocks noGrp="1"/>
          </p:cNvSpPr>
          <p:nvPr>
            <p:ph type="sldNum" idx="12"/>
          </p:nvPr>
        </p:nvSpPr>
        <p:spPr>
          <a:xfrm>
            <a:off x="8595439" y="4750027"/>
            <a:ext cx="548700" cy="393600"/>
          </a:xfrm>
        </p:spPr>
        <p:txBody>
          <a:bodyPr/>
          <a:lstStyle/>
          <a:p>
            <a:fld id="{00000000-1234-1234-1234-123412341234}" type="slidenum">
              <a:rPr lang="en"/>
              <a:t>6</a:t>
            </a:fld>
            <a:endParaRPr lang="en-GB"/>
          </a:p>
        </p:txBody>
      </p:sp>
      <p:sp>
        <p:nvSpPr>
          <p:cNvPr id="16" name="Rectangle 15">
            <a:extLst>
              <a:ext uri="{FF2B5EF4-FFF2-40B4-BE49-F238E27FC236}">
                <a16:creationId xmlns:a16="http://schemas.microsoft.com/office/drawing/2014/main" id="{164A67FF-E6DC-3BEF-9442-FC7A7EDD24F3}"/>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FEF811B2-64C6-52BC-987C-D46640DE136D}"/>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Tree>
    <p:extLst>
      <p:ext uri="{BB962C8B-B14F-4D97-AF65-F5344CB8AC3E}">
        <p14:creationId xmlns:p14="http://schemas.microsoft.com/office/powerpoint/2010/main" val="1876089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89"/>
        <p:cNvGrpSpPr/>
        <p:nvPr/>
      </p:nvGrpSpPr>
      <p:grpSpPr>
        <a:xfrm>
          <a:off x="0" y="0"/>
          <a:ext cx="0" cy="0"/>
          <a:chOff x="0" y="0"/>
          <a:chExt cx="0" cy="0"/>
        </a:xfrm>
      </p:grpSpPr>
      <p:grpSp>
        <p:nvGrpSpPr>
          <p:cNvPr id="11" name="Group 10">
            <a:extLst>
              <a:ext uri="{FF2B5EF4-FFF2-40B4-BE49-F238E27FC236}">
                <a16:creationId xmlns:a16="http://schemas.microsoft.com/office/drawing/2014/main" id="{ECE69616-815F-9F8E-6468-8F4F3CA01CC8}"/>
              </a:ext>
            </a:extLst>
          </p:cNvPr>
          <p:cNvGrpSpPr/>
          <p:nvPr/>
        </p:nvGrpSpPr>
        <p:grpSpPr>
          <a:xfrm>
            <a:off x="1262" y="-142"/>
            <a:ext cx="9146016" cy="5141405"/>
            <a:chOff x="1263" y="-142"/>
            <a:chExt cx="10058400" cy="914401"/>
          </a:xfrm>
        </p:grpSpPr>
        <p:sp>
          <p:nvSpPr>
            <p:cNvPr id="5" name="Rectangle 4">
              <a:extLst>
                <a:ext uri="{FF2B5EF4-FFF2-40B4-BE49-F238E27FC236}">
                  <a16:creationId xmlns:a16="http://schemas.microsoft.com/office/drawing/2014/main" id="{E23C43BA-8C47-AAD4-5C37-905437D80F58}"/>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D9B2EEB2-8128-A06A-4E98-AB34F6057AA5}"/>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3B33A56D-E6A4-B3DF-A8BF-C124573321EE}"/>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DE83B353-FB7E-241C-0AE3-AB4C0FBFD263}"/>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6525A712-5473-C6EE-252C-5B4ED923AFC8}"/>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6C09124F-C63A-D571-F6FB-503B4C8B54E9}"/>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3" name="Rectangle 12">
            <a:extLst>
              <a:ext uri="{FF2B5EF4-FFF2-40B4-BE49-F238E27FC236}">
                <a16:creationId xmlns:a16="http://schemas.microsoft.com/office/drawing/2014/main" id="{EF6E3CB7-A347-DC08-7A6F-8AE5ACEA0A9C}"/>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88A67FAB-37AE-0DDA-954C-6D4272C081F5}"/>
              </a:ext>
            </a:extLst>
          </p:cNvPr>
          <p:cNvSpPr/>
          <p:nvPr/>
        </p:nvSpPr>
        <p:spPr>
          <a:xfrm>
            <a:off x="454139" y="341831"/>
            <a:ext cx="8237349" cy="4062493"/>
          </a:xfrm>
          <a:prstGeom prst="rect">
            <a:avLst/>
          </a:prstGeom>
          <a:solidFill>
            <a:schemeClr val="bg1"/>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Graphic 15">
            <a:extLst>
              <a:ext uri="{FF2B5EF4-FFF2-40B4-BE49-F238E27FC236}">
                <a16:creationId xmlns:a16="http://schemas.microsoft.com/office/drawing/2014/main" id="{DCCA4897-8EE5-CAAD-C446-DFDFCC20838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5627" y="444736"/>
            <a:ext cx="7570611" cy="4326726"/>
          </a:xfrm>
          <a:prstGeom prst="rect">
            <a:avLst/>
          </a:prstGeom>
        </p:spPr>
      </p:pic>
      <p:sp>
        <p:nvSpPr>
          <p:cNvPr id="90" name="Google Shape;90;p19"/>
          <p:cNvSpPr txBox="1">
            <a:spLocks noGrp="1"/>
          </p:cNvSpPr>
          <p:nvPr>
            <p:ph type="title"/>
          </p:nvPr>
        </p:nvSpPr>
        <p:spPr>
          <a:xfrm>
            <a:off x="428999" y="442379"/>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0C5ADB"/>
                </a:solidFill>
                <a:latin typeface="Fairwater Script"/>
              </a:rPr>
              <a:t>Current Process Flow</a:t>
            </a:r>
            <a:endParaRPr b="1">
              <a:solidFill>
                <a:srgbClr val="0C5ADB"/>
              </a:solidFill>
              <a:latin typeface="Fairwater Script"/>
            </a:endParaRPr>
          </a:p>
        </p:txBody>
      </p:sp>
      <p:sp>
        <p:nvSpPr>
          <p:cNvPr id="30" name="TextBox 29">
            <a:extLst>
              <a:ext uri="{FF2B5EF4-FFF2-40B4-BE49-F238E27FC236}">
                <a16:creationId xmlns:a16="http://schemas.microsoft.com/office/drawing/2014/main" id="{CC865855-549B-A3FD-9ACE-EFFCA736CAED}"/>
              </a:ext>
            </a:extLst>
          </p:cNvPr>
          <p:cNvSpPr txBox="1"/>
          <p:nvPr/>
        </p:nvSpPr>
        <p:spPr>
          <a:xfrm>
            <a:off x="6928446" y="347458"/>
            <a:ext cx="1797755" cy="16145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b="1">
                <a:solidFill>
                  <a:schemeClr val="accent1">
                    <a:lumMod val="76000"/>
                  </a:schemeClr>
                </a:solidFill>
                <a:latin typeface="Calibri"/>
              </a:rPr>
              <a:t>Key</a:t>
            </a:r>
          </a:p>
          <a:p>
            <a:r>
              <a:rPr lang="en-GB" b="1">
                <a:solidFill>
                  <a:schemeClr val="accent1">
                    <a:lumMod val="76000"/>
                  </a:schemeClr>
                </a:solidFill>
                <a:latin typeface="Calibri"/>
              </a:rPr>
              <a:t>- Start Point</a:t>
            </a:r>
          </a:p>
          <a:p>
            <a:r>
              <a:rPr lang="en-GB" b="1">
                <a:solidFill>
                  <a:schemeClr val="accent1">
                    <a:lumMod val="76000"/>
                  </a:schemeClr>
                </a:solidFill>
                <a:latin typeface="Calibri"/>
              </a:rPr>
              <a:t>- Scenario</a:t>
            </a:r>
          </a:p>
          <a:p>
            <a:r>
              <a:rPr lang="en-GB" b="1">
                <a:solidFill>
                  <a:schemeClr val="accent1">
                    <a:lumMod val="76000"/>
                  </a:schemeClr>
                </a:solidFill>
                <a:latin typeface="Calibri"/>
              </a:rPr>
              <a:t>- Event</a:t>
            </a:r>
          </a:p>
          <a:p>
            <a:r>
              <a:rPr lang="en-GB" b="1">
                <a:solidFill>
                  <a:schemeClr val="accent1">
                    <a:lumMod val="76000"/>
                  </a:schemeClr>
                </a:solidFill>
                <a:latin typeface="Calibri"/>
              </a:rPr>
              <a:t>- Decision</a:t>
            </a:r>
          </a:p>
          <a:p>
            <a:r>
              <a:rPr lang="en-GB" b="1">
                <a:solidFill>
                  <a:schemeClr val="accent1">
                    <a:lumMod val="76000"/>
                  </a:schemeClr>
                </a:solidFill>
                <a:latin typeface="Calibri"/>
              </a:rPr>
              <a:t>- Positive Outcome</a:t>
            </a:r>
          </a:p>
          <a:p>
            <a:r>
              <a:rPr lang="en-GB" b="1">
                <a:solidFill>
                  <a:schemeClr val="accent1">
                    <a:lumMod val="76000"/>
                  </a:schemeClr>
                </a:solidFill>
                <a:latin typeface="Calibri"/>
              </a:rPr>
              <a:t>- Negative Outcome</a:t>
            </a:r>
          </a:p>
        </p:txBody>
      </p:sp>
      <p:sp>
        <p:nvSpPr>
          <p:cNvPr id="32" name="Oval 31">
            <a:extLst>
              <a:ext uri="{FF2B5EF4-FFF2-40B4-BE49-F238E27FC236}">
                <a16:creationId xmlns:a16="http://schemas.microsoft.com/office/drawing/2014/main" id="{41908454-4979-FAEC-4B33-F0CDA807D4D9}"/>
              </a:ext>
            </a:extLst>
          </p:cNvPr>
          <p:cNvSpPr/>
          <p:nvPr/>
        </p:nvSpPr>
        <p:spPr>
          <a:xfrm>
            <a:off x="6731000" y="846746"/>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3038" y="36530"/>
                  <a:pt x="41453" y="-1917"/>
                  <a:pt x="97367" y="0"/>
                </a:cubicBezTo>
                <a:cubicBezTo>
                  <a:pt x="157572" y="-7337"/>
                  <a:pt x="203932" y="50601"/>
                  <a:pt x="194734" y="90312"/>
                </a:cubicBezTo>
                <a:cubicBezTo>
                  <a:pt x="182901" y="145105"/>
                  <a:pt x="151762" y="179386"/>
                  <a:pt x="97367" y="180624"/>
                </a:cubicBezTo>
                <a:cubicBezTo>
                  <a:pt x="50965" y="181272"/>
                  <a:pt x="-1547" y="150814"/>
                  <a:pt x="0" y="90312"/>
                </a:cubicBezTo>
                <a:close/>
              </a:path>
              <a:path w="194734" h="180624" stroke="0" extrusionOk="0">
                <a:moveTo>
                  <a:pt x="0" y="90312"/>
                </a:moveTo>
                <a:cubicBezTo>
                  <a:pt x="-2864" y="31444"/>
                  <a:pt x="35333" y="711"/>
                  <a:pt x="97367" y="0"/>
                </a:cubicBezTo>
                <a:cubicBezTo>
                  <a:pt x="144485" y="9273"/>
                  <a:pt x="190726" y="36221"/>
                  <a:pt x="194734" y="90312"/>
                </a:cubicBezTo>
                <a:cubicBezTo>
                  <a:pt x="199738" y="148649"/>
                  <a:pt x="156124" y="181967"/>
                  <a:pt x="97367" y="180624"/>
                </a:cubicBezTo>
                <a:cubicBezTo>
                  <a:pt x="39070" y="183763"/>
                  <a:pt x="-10555" y="130692"/>
                  <a:pt x="0" y="90312"/>
                </a:cubicBezTo>
                <a:close/>
              </a:path>
            </a:pathLst>
          </a:custGeom>
          <a:solidFill>
            <a:srgbClr val="9391FF"/>
          </a:solidFill>
          <a:ln>
            <a:solidFill>
              <a:srgbClr val="9391FF"/>
            </a:solidFill>
            <a:extLst>
              <a:ext uri="{C807C97D-BFC1-408E-A445-0C87EB9F89A2}">
                <ask:lineSketchStyleProps xmlns:ask="http://schemas.microsoft.com/office/drawing/2018/sketchyshapes" sd="3499211612">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Oval 32">
            <a:extLst>
              <a:ext uri="{FF2B5EF4-FFF2-40B4-BE49-F238E27FC236}">
                <a16:creationId xmlns:a16="http://schemas.microsoft.com/office/drawing/2014/main" id="{D20A9404-D84A-D5B3-57C9-E28D56819982}"/>
              </a:ext>
            </a:extLst>
          </p:cNvPr>
          <p:cNvSpPr/>
          <p:nvPr/>
        </p:nvSpPr>
        <p:spPr>
          <a:xfrm>
            <a:off x="6730999" y="1059016"/>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8410" y="27382"/>
                  <a:pt x="40680" y="-1606"/>
                  <a:pt x="97367" y="0"/>
                </a:cubicBezTo>
                <a:cubicBezTo>
                  <a:pt x="143826" y="9689"/>
                  <a:pt x="190824" y="42687"/>
                  <a:pt x="194734" y="90312"/>
                </a:cubicBezTo>
                <a:cubicBezTo>
                  <a:pt x="190963" y="138341"/>
                  <a:pt x="153104" y="174465"/>
                  <a:pt x="97367" y="180624"/>
                </a:cubicBezTo>
                <a:cubicBezTo>
                  <a:pt x="40073" y="177161"/>
                  <a:pt x="5383" y="136941"/>
                  <a:pt x="0" y="90312"/>
                </a:cubicBezTo>
                <a:close/>
              </a:path>
              <a:path w="194734" h="180624" stroke="0" extrusionOk="0">
                <a:moveTo>
                  <a:pt x="0" y="90312"/>
                </a:moveTo>
                <a:cubicBezTo>
                  <a:pt x="-2100" y="46297"/>
                  <a:pt x="44281" y="10977"/>
                  <a:pt x="97367" y="0"/>
                </a:cubicBezTo>
                <a:cubicBezTo>
                  <a:pt x="161858" y="-1636"/>
                  <a:pt x="201035" y="39466"/>
                  <a:pt x="194734" y="90312"/>
                </a:cubicBezTo>
                <a:cubicBezTo>
                  <a:pt x="189706" y="147662"/>
                  <a:pt x="159174" y="168482"/>
                  <a:pt x="97367" y="180624"/>
                </a:cubicBezTo>
                <a:cubicBezTo>
                  <a:pt x="30460" y="184111"/>
                  <a:pt x="-164" y="137994"/>
                  <a:pt x="0" y="90312"/>
                </a:cubicBezTo>
                <a:close/>
              </a:path>
            </a:pathLst>
          </a:custGeom>
          <a:solidFill>
            <a:srgbClr val="6DB1FF"/>
          </a:solidFill>
          <a:ln>
            <a:solidFill>
              <a:srgbClr val="6DB1FF"/>
            </a:solidFill>
            <a:extLst>
              <a:ext uri="{C807C97D-BFC1-408E-A445-0C87EB9F89A2}">
                <ask:lineSketchStyleProps xmlns:ask="http://schemas.microsoft.com/office/drawing/2018/sketchyshapes" sd="283741067">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Oval 33">
            <a:extLst>
              <a:ext uri="{FF2B5EF4-FFF2-40B4-BE49-F238E27FC236}">
                <a16:creationId xmlns:a16="http://schemas.microsoft.com/office/drawing/2014/main" id="{1F165A0F-B8E6-0EC5-7B9D-1F3774972758}"/>
              </a:ext>
            </a:extLst>
          </p:cNvPr>
          <p:cNvSpPr/>
          <p:nvPr/>
        </p:nvSpPr>
        <p:spPr>
          <a:xfrm>
            <a:off x="6730999" y="1268021"/>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extrusionOk="0">
                <a:moveTo>
                  <a:pt x="0" y="90312"/>
                </a:moveTo>
                <a:cubicBezTo>
                  <a:pt x="5040" y="47238"/>
                  <a:pt x="45069" y="1086"/>
                  <a:pt x="97367" y="0"/>
                </a:cubicBezTo>
                <a:cubicBezTo>
                  <a:pt x="138455" y="-767"/>
                  <a:pt x="192413" y="53689"/>
                  <a:pt x="194734" y="90312"/>
                </a:cubicBezTo>
                <a:cubicBezTo>
                  <a:pt x="195360" y="124406"/>
                  <a:pt x="144262" y="173909"/>
                  <a:pt x="97367" y="180624"/>
                </a:cubicBezTo>
                <a:cubicBezTo>
                  <a:pt x="42243" y="179773"/>
                  <a:pt x="6167" y="139244"/>
                  <a:pt x="0" y="90312"/>
                </a:cubicBezTo>
                <a:close/>
              </a:path>
            </a:pathLst>
          </a:custGeom>
          <a:noFill/>
          <a:ln>
            <a:solidFill>
              <a:schemeClr val="accent1"/>
            </a:solidFill>
            <a:extLst>
              <a:ext uri="{C807C97D-BFC1-408E-A445-0C87EB9F89A2}">
                <ask:lineSketchStyleProps xmlns:ask="http://schemas.microsoft.com/office/drawing/2018/sketchyshapes" sd="1546443433">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Oval 34">
            <a:extLst>
              <a:ext uri="{FF2B5EF4-FFF2-40B4-BE49-F238E27FC236}">
                <a16:creationId xmlns:a16="http://schemas.microsoft.com/office/drawing/2014/main" id="{59A1D6E6-953C-05C6-9EEF-53B6EECCC814}"/>
              </a:ext>
            </a:extLst>
          </p:cNvPr>
          <p:cNvSpPr/>
          <p:nvPr/>
        </p:nvSpPr>
        <p:spPr>
          <a:xfrm>
            <a:off x="6730998" y="1486824"/>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4562" y="32093"/>
                  <a:pt x="37079" y="3020"/>
                  <a:pt x="97367" y="0"/>
                </a:cubicBezTo>
                <a:cubicBezTo>
                  <a:pt x="151934" y="-12489"/>
                  <a:pt x="196768" y="41155"/>
                  <a:pt x="194734" y="90312"/>
                </a:cubicBezTo>
                <a:cubicBezTo>
                  <a:pt x="191087" y="129678"/>
                  <a:pt x="161067" y="187961"/>
                  <a:pt x="97367" y="180624"/>
                </a:cubicBezTo>
                <a:cubicBezTo>
                  <a:pt x="42388" y="171961"/>
                  <a:pt x="-9046" y="137245"/>
                  <a:pt x="0" y="90312"/>
                </a:cubicBezTo>
                <a:close/>
              </a:path>
              <a:path w="194734" h="180624" stroke="0" extrusionOk="0">
                <a:moveTo>
                  <a:pt x="0" y="90312"/>
                </a:moveTo>
                <a:cubicBezTo>
                  <a:pt x="647" y="54220"/>
                  <a:pt x="31405" y="-2836"/>
                  <a:pt x="97367" y="0"/>
                </a:cubicBezTo>
                <a:cubicBezTo>
                  <a:pt x="156119" y="-18"/>
                  <a:pt x="204084" y="50640"/>
                  <a:pt x="194734" y="90312"/>
                </a:cubicBezTo>
                <a:cubicBezTo>
                  <a:pt x="205696" y="130280"/>
                  <a:pt x="143665" y="183681"/>
                  <a:pt x="97367" y="180624"/>
                </a:cubicBezTo>
                <a:cubicBezTo>
                  <a:pt x="54423" y="174813"/>
                  <a:pt x="1423" y="146612"/>
                  <a:pt x="0" y="90312"/>
                </a:cubicBezTo>
                <a:close/>
              </a:path>
            </a:pathLst>
          </a:custGeom>
          <a:solidFill>
            <a:srgbClr val="C3F7C8"/>
          </a:solidFill>
          <a:ln>
            <a:solidFill>
              <a:srgbClr val="C3F7C8"/>
            </a:solidFill>
            <a:extLst>
              <a:ext uri="{C807C97D-BFC1-408E-A445-0C87EB9F89A2}">
                <ask:lineSketchStyleProps xmlns:ask="http://schemas.microsoft.com/office/drawing/2018/sketchyshapes" sd="4220084008">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Oval 35">
            <a:extLst>
              <a:ext uri="{FF2B5EF4-FFF2-40B4-BE49-F238E27FC236}">
                <a16:creationId xmlns:a16="http://schemas.microsoft.com/office/drawing/2014/main" id="{0AD66455-FDDB-0867-ECB8-8FB168E3F012}"/>
              </a:ext>
            </a:extLst>
          </p:cNvPr>
          <p:cNvSpPr/>
          <p:nvPr/>
        </p:nvSpPr>
        <p:spPr>
          <a:xfrm>
            <a:off x="6730999" y="1695830"/>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479" y="37263"/>
                  <a:pt x="42209" y="-9044"/>
                  <a:pt x="97367" y="0"/>
                </a:cubicBezTo>
                <a:cubicBezTo>
                  <a:pt x="138307" y="4368"/>
                  <a:pt x="180489" y="41365"/>
                  <a:pt x="194734" y="90312"/>
                </a:cubicBezTo>
                <a:cubicBezTo>
                  <a:pt x="202825" y="145591"/>
                  <a:pt x="153211" y="175286"/>
                  <a:pt x="97367" y="180624"/>
                </a:cubicBezTo>
                <a:cubicBezTo>
                  <a:pt x="39850" y="180403"/>
                  <a:pt x="-9966" y="135249"/>
                  <a:pt x="0" y="90312"/>
                </a:cubicBezTo>
                <a:close/>
              </a:path>
              <a:path w="194734" h="180624" stroke="0" extrusionOk="0">
                <a:moveTo>
                  <a:pt x="0" y="90312"/>
                </a:moveTo>
                <a:cubicBezTo>
                  <a:pt x="3074" y="40171"/>
                  <a:pt x="49624" y="2587"/>
                  <a:pt x="97367" y="0"/>
                </a:cubicBezTo>
                <a:cubicBezTo>
                  <a:pt x="143854" y="7175"/>
                  <a:pt x="187793" y="38539"/>
                  <a:pt x="194734" y="90312"/>
                </a:cubicBezTo>
                <a:cubicBezTo>
                  <a:pt x="199424" y="137463"/>
                  <a:pt x="153058" y="178909"/>
                  <a:pt x="97367" y="180624"/>
                </a:cubicBezTo>
                <a:cubicBezTo>
                  <a:pt x="45007" y="180664"/>
                  <a:pt x="3811" y="142514"/>
                  <a:pt x="0" y="90312"/>
                </a:cubicBezTo>
                <a:close/>
              </a:path>
            </a:pathLst>
          </a:custGeom>
          <a:solidFill>
            <a:srgbClr val="FE7070"/>
          </a:solidFill>
          <a:ln>
            <a:solidFill>
              <a:srgbClr val="FE7070"/>
            </a:solidFill>
            <a:extLst>
              <a:ext uri="{C807C97D-BFC1-408E-A445-0C87EB9F89A2}">
                <ask:lineSketchStyleProps xmlns:ask="http://schemas.microsoft.com/office/drawing/2018/sketchyshapes" sd="3140710686">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a:extLst>
              <a:ext uri="{FF2B5EF4-FFF2-40B4-BE49-F238E27FC236}">
                <a16:creationId xmlns:a16="http://schemas.microsoft.com/office/drawing/2014/main" id="{96D48705-113D-6F7D-62F3-86857AB8FB13}"/>
              </a:ext>
            </a:extLst>
          </p:cNvPr>
          <p:cNvSpPr/>
          <p:nvPr/>
        </p:nvSpPr>
        <p:spPr>
          <a:xfrm>
            <a:off x="6731000" y="631209"/>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10009" y="50749"/>
                  <a:pt x="52153" y="7733"/>
                  <a:pt x="97367" y="0"/>
                </a:cubicBezTo>
                <a:cubicBezTo>
                  <a:pt x="151533" y="-2957"/>
                  <a:pt x="192578" y="37683"/>
                  <a:pt x="194734" y="90312"/>
                </a:cubicBezTo>
                <a:cubicBezTo>
                  <a:pt x="190200" y="130644"/>
                  <a:pt x="156540" y="171012"/>
                  <a:pt x="97367" y="180624"/>
                </a:cubicBezTo>
                <a:cubicBezTo>
                  <a:pt x="44043" y="184250"/>
                  <a:pt x="-4321" y="135792"/>
                  <a:pt x="0" y="90312"/>
                </a:cubicBezTo>
                <a:close/>
              </a:path>
              <a:path w="194734" h="180624" stroke="0" extrusionOk="0">
                <a:moveTo>
                  <a:pt x="0" y="90312"/>
                </a:moveTo>
                <a:cubicBezTo>
                  <a:pt x="-394" y="25977"/>
                  <a:pt x="43426" y="-2583"/>
                  <a:pt x="97367" y="0"/>
                </a:cubicBezTo>
                <a:cubicBezTo>
                  <a:pt x="150954" y="-7509"/>
                  <a:pt x="196063" y="33146"/>
                  <a:pt x="194734" y="90312"/>
                </a:cubicBezTo>
                <a:cubicBezTo>
                  <a:pt x="191196" y="125968"/>
                  <a:pt x="151281" y="182423"/>
                  <a:pt x="97367" y="180624"/>
                </a:cubicBezTo>
                <a:cubicBezTo>
                  <a:pt x="30187" y="179779"/>
                  <a:pt x="-469" y="129008"/>
                  <a:pt x="0" y="90312"/>
                </a:cubicBezTo>
                <a:close/>
              </a:path>
            </a:pathLst>
          </a:custGeom>
          <a:solidFill>
            <a:srgbClr val="FFE342"/>
          </a:solidFill>
          <a:ln>
            <a:solidFill>
              <a:srgbClr val="FFE342"/>
            </a:solidFill>
            <a:extLst>
              <a:ext uri="{C807C97D-BFC1-408E-A445-0C87EB9F89A2}">
                <ask:lineSketchStyleProps xmlns:ask="http://schemas.microsoft.com/office/drawing/2018/sketchyshapes" sd="1619771458">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lide Number Placeholder 1">
            <a:extLst>
              <a:ext uri="{FF2B5EF4-FFF2-40B4-BE49-F238E27FC236}">
                <a16:creationId xmlns:a16="http://schemas.microsoft.com/office/drawing/2014/main" id="{327C394C-8EAE-83DB-0AE2-F851F37A4BE4}"/>
              </a:ext>
            </a:extLst>
          </p:cNvPr>
          <p:cNvSpPr>
            <a:spLocks noGrp="1"/>
          </p:cNvSpPr>
          <p:nvPr>
            <p:ph type="sldNum" idx="12"/>
          </p:nvPr>
        </p:nvSpPr>
        <p:spPr>
          <a:xfrm>
            <a:off x="8592074" y="4749607"/>
            <a:ext cx="548700" cy="393600"/>
          </a:xfrm>
        </p:spPr>
        <p:txBody>
          <a:bodyPr/>
          <a:lstStyle/>
          <a:p>
            <a:fld id="{00000000-1234-1234-1234-123412341234}" type="slidenum">
              <a:rPr lang="en"/>
              <a:t>7</a:t>
            </a:fld>
            <a:endParaRPr lang="en-GB"/>
          </a:p>
        </p:txBody>
      </p:sp>
      <p:sp>
        <p:nvSpPr>
          <p:cNvPr id="4" name="Rectangle 3">
            <a:extLst>
              <a:ext uri="{FF2B5EF4-FFF2-40B4-BE49-F238E27FC236}">
                <a16:creationId xmlns:a16="http://schemas.microsoft.com/office/drawing/2014/main" id="{680B4786-A7E0-30C6-E8B9-B9EAC46257A6}"/>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91424637-F060-FCCE-0E94-EFCB348CE41B}"/>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65">
          <a:extLst>
            <a:ext uri="{FF2B5EF4-FFF2-40B4-BE49-F238E27FC236}">
              <a16:creationId xmlns:a16="http://schemas.microsoft.com/office/drawing/2014/main" id="{B14C1D55-0346-4F9D-6387-6CB6F6D821CB}"/>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A86C7AB1-739F-9F19-B0EF-51DA877F42CC}"/>
              </a:ext>
            </a:extLst>
          </p:cNvPr>
          <p:cNvGrpSpPr/>
          <p:nvPr/>
        </p:nvGrpSpPr>
        <p:grpSpPr>
          <a:xfrm>
            <a:off x="1262" y="-142"/>
            <a:ext cx="9146016" cy="5141405"/>
            <a:chOff x="1263" y="-142"/>
            <a:chExt cx="10058400" cy="914401"/>
          </a:xfrm>
        </p:grpSpPr>
        <p:sp>
          <p:nvSpPr>
            <p:cNvPr id="3" name="Rectangle 2">
              <a:extLst>
                <a:ext uri="{FF2B5EF4-FFF2-40B4-BE49-F238E27FC236}">
                  <a16:creationId xmlns:a16="http://schemas.microsoft.com/office/drawing/2014/main" id="{C887A7A2-F79E-3D0C-3CA4-1D6FF3651B6B}"/>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C8A671CA-F446-A1F7-7FA3-96C41CAB94BF}"/>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E86AEC3F-4BB0-B00E-69EF-B2276B1582AF}"/>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A33DF01E-D6F0-9CD1-9452-46987AD22EA1}"/>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7BB8EC0C-D6B9-DF2B-02C1-439F4589624A}"/>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75AA55D5-E771-8E48-C42B-1775D41BEBCB}"/>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Rectangle 10">
            <a:extLst>
              <a:ext uri="{FF2B5EF4-FFF2-40B4-BE49-F238E27FC236}">
                <a16:creationId xmlns:a16="http://schemas.microsoft.com/office/drawing/2014/main" id="{DD302E98-4D1F-A7A6-DEB4-18CC0A4947CE}"/>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D1956B11-6BAC-3EC0-E408-1AD24B070ADB}"/>
              </a:ext>
            </a:extLst>
          </p:cNvPr>
          <p:cNvSpPr/>
          <p:nvPr/>
        </p:nvSpPr>
        <p:spPr>
          <a:xfrm>
            <a:off x="458341" y="341831"/>
            <a:ext cx="8237349" cy="4062493"/>
          </a:xfrm>
          <a:prstGeom prst="rect">
            <a:avLst/>
          </a:prstGeom>
          <a:solidFill>
            <a:srgbClr val="126E2A"/>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Google Shape;66;p15">
            <a:extLst>
              <a:ext uri="{FF2B5EF4-FFF2-40B4-BE49-F238E27FC236}">
                <a16:creationId xmlns:a16="http://schemas.microsoft.com/office/drawing/2014/main" id="{90AF2802-B2F3-EE74-56B0-51B10C0F28EA}"/>
              </a:ext>
            </a:extLst>
          </p:cNvPr>
          <p:cNvSpPr txBox="1">
            <a:spLocks noGrp="1"/>
          </p:cNvSpPr>
          <p:nvPr>
            <p:ph type="title"/>
          </p:nvPr>
        </p:nvSpPr>
        <p:spPr>
          <a:xfrm>
            <a:off x="440509" y="454872"/>
            <a:ext cx="8520600" cy="572700"/>
          </a:xfrm>
          <a:prstGeom prst="rect">
            <a:avLst/>
          </a:prstGeom>
        </p:spPr>
        <p:txBody>
          <a:bodyPr spcFirstLastPara="1" wrap="square" lIns="91425" tIns="91425" rIns="91425" bIns="91425" anchor="t" anchorCtr="0">
            <a:normAutofit fontScale="90000"/>
          </a:bodyPr>
          <a:lstStyle/>
          <a:p>
            <a:r>
              <a:rPr lang="en">
                <a:solidFill>
                  <a:schemeClr val="accent6">
                    <a:lumMod val="20000"/>
                    <a:lumOff val="80000"/>
                  </a:schemeClr>
                </a:solidFill>
                <a:latin typeface="Fairwater Script"/>
              </a:rPr>
              <a:t>Solution Statement</a:t>
            </a:r>
            <a:endParaRPr>
              <a:solidFill>
                <a:schemeClr val="accent6">
                  <a:lumMod val="20000"/>
                  <a:lumOff val="80000"/>
                </a:schemeClr>
              </a:solidFill>
              <a:latin typeface="Fairwater Script"/>
            </a:endParaRPr>
          </a:p>
        </p:txBody>
      </p:sp>
      <p:sp>
        <p:nvSpPr>
          <p:cNvPr id="67" name="Google Shape;67;p15">
            <a:extLst>
              <a:ext uri="{FF2B5EF4-FFF2-40B4-BE49-F238E27FC236}">
                <a16:creationId xmlns:a16="http://schemas.microsoft.com/office/drawing/2014/main" id="{EDC34F0A-5606-A775-46AF-DD8E6D740C5C}"/>
              </a:ext>
            </a:extLst>
          </p:cNvPr>
          <p:cNvSpPr txBox="1">
            <a:spLocks noGrp="1"/>
          </p:cNvSpPr>
          <p:nvPr>
            <p:ph type="body" idx="1"/>
          </p:nvPr>
        </p:nvSpPr>
        <p:spPr>
          <a:xfrm>
            <a:off x="456384" y="985184"/>
            <a:ext cx="8231233" cy="3488741"/>
          </a:xfrm>
          <a:prstGeom prst="rect">
            <a:avLst/>
          </a:prstGeom>
        </p:spPr>
        <p:txBody>
          <a:bodyPr spcFirstLastPara="1" wrap="square" lIns="91425" tIns="91425" rIns="91425" bIns="91425" anchor="t" anchorCtr="0">
            <a:normAutofit/>
          </a:bodyPr>
          <a:lstStyle/>
          <a:p>
            <a:pPr marL="0" indent="0">
              <a:lnSpc>
                <a:spcPct val="100000"/>
              </a:lnSpc>
              <a:spcAft>
                <a:spcPts val="1200"/>
              </a:spcAft>
              <a:buNone/>
            </a:pPr>
            <a:r>
              <a:rPr lang="en-US">
                <a:solidFill>
                  <a:srgbClr val="FBFFD9"/>
                </a:solidFill>
                <a:latin typeface="Calibri"/>
                <a:ea typeface="Calibri"/>
              </a:rPr>
              <a:t>Our goal is to build </a:t>
            </a:r>
            <a:r>
              <a:rPr lang="en-US" err="1">
                <a:solidFill>
                  <a:srgbClr val="FBFFD9"/>
                </a:solidFill>
                <a:latin typeface="Calibri"/>
                <a:ea typeface="Calibri"/>
              </a:rPr>
              <a:t>EduSense</a:t>
            </a:r>
            <a:r>
              <a:rPr lang="en-US">
                <a:solidFill>
                  <a:srgbClr val="FBFFD9"/>
                </a:solidFill>
                <a:latin typeface="Calibri"/>
                <a:ea typeface="Calibri"/>
              </a:rPr>
              <a:t>, a web application that helps students and educators use AI tools more intentionally. With guidance, reflective prompts, and challenge modes, </a:t>
            </a:r>
            <a:r>
              <a:rPr lang="en-US" err="1">
                <a:solidFill>
                  <a:srgbClr val="FBFFD9"/>
                </a:solidFill>
                <a:latin typeface="Calibri"/>
                <a:ea typeface="Calibri"/>
              </a:rPr>
              <a:t>EduSense</a:t>
            </a:r>
            <a:r>
              <a:rPr lang="en-US">
                <a:solidFill>
                  <a:srgbClr val="FBFFD9"/>
                </a:solidFill>
                <a:latin typeface="Calibri"/>
                <a:ea typeface="Calibri"/>
              </a:rPr>
              <a:t> will encourage users to think first.</a:t>
            </a:r>
            <a:endParaRPr lang="en-US">
              <a:solidFill>
                <a:srgbClr val="FBFFD9"/>
              </a:solidFill>
              <a:latin typeface="Calibri"/>
              <a:ea typeface="Calibri"/>
              <a:cs typeface="Calibri"/>
            </a:endParaRPr>
          </a:p>
          <a:p>
            <a:pPr marL="0" indent="0">
              <a:lnSpc>
                <a:spcPct val="100000"/>
              </a:lnSpc>
              <a:spcAft>
                <a:spcPts val="1200"/>
              </a:spcAft>
              <a:buNone/>
            </a:pPr>
            <a:r>
              <a:rPr lang="en-US" err="1">
                <a:solidFill>
                  <a:srgbClr val="FBFFD9"/>
                </a:solidFill>
                <a:latin typeface="Calibri"/>
                <a:ea typeface="Calibri"/>
              </a:rPr>
              <a:t>EduSense</a:t>
            </a:r>
            <a:r>
              <a:rPr lang="en-US">
                <a:solidFill>
                  <a:srgbClr val="FBFFD9"/>
                </a:solidFill>
                <a:latin typeface="Calibri"/>
                <a:ea typeface="Calibri"/>
              </a:rPr>
              <a:t> isn't just for students. Usage history will be accessible to educators. Allowing them to identify problem areas in student comprehension, granting access to real-time feedback on their lesson plans. </a:t>
            </a:r>
          </a:p>
          <a:p>
            <a:pPr marL="0" indent="0">
              <a:lnSpc>
                <a:spcPct val="100000"/>
              </a:lnSpc>
              <a:spcAft>
                <a:spcPts val="1200"/>
              </a:spcAft>
              <a:buNone/>
            </a:pPr>
            <a:r>
              <a:rPr lang="en-US" err="1">
                <a:solidFill>
                  <a:srgbClr val="FBFFD9"/>
                </a:solidFill>
                <a:latin typeface="Calibri"/>
                <a:ea typeface="Calibri"/>
              </a:rPr>
              <a:t>EduSense</a:t>
            </a:r>
            <a:r>
              <a:rPr lang="en-US">
                <a:solidFill>
                  <a:srgbClr val="FBFFD9"/>
                </a:solidFill>
                <a:latin typeface="Calibri"/>
                <a:ea typeface="Calibri"/>
              </a:rPr>
              <a:t> will integrate seamlessly with Canvas, providing students with immediate access to help with their assignments as they work on them. Educators will be able connect entire courses to </a:t>
            </a:r>
            <a:r>
              <a:rPr lang="en-US" err="1">
                <a:solidFill>
                  <a:srgbClr val="FBFFD9"/>
                </a:solidFill>
                <a:latin typeface="Calibri"/>
                <a:ea typeface="Calibri"/>
              </a:rPr>
              <a:t>EduSense</a:t>
            </a:r>
            <a:r>
              <a:rPr lang="en-US">
                <a:solidFill>
                  <a:srgbClr val="FBFFD9"/>
                </a:solidFill>
                <a:latin typeface="Calibri"/>
                <a:ea typeface="Calibri"/>
              </a:rPr>
              <a:t>, allowing our tool to refer to the resources they want.</a:t>
            </a:r>
          </a:p>
        </p:txBody>
      </p:sp>
      <p:sp>
        <p:nvSpPr>
          <p:cNvPr id="2" name="Slide Number Placeholder 1">
            <a:extLst>
              <a:ext uri="{FF2B5EF4-FFF2-40B4-BE49-F238E27FC236}">
                <a16:creationId xmlns:a16="http://schemas.microsoft.com/office/drawing/2014/main" id="{F9258B8A-FB74-5241-445F-243E3795DA7B}"/>
              </a:ext>
            </a:extLst>
          </p:cNvPr>
          <p:cNvSpPr>
            <a:spLocks noGrp="1"/>
          </p:cNvSpPr>
          <p:nvPr>
            <p:ph type="sldNum" idx="12"/>
          </p:nvPr>
        </p:nvSpPr>
        <p:spPr>
          <a:xfrm>
            <a:off x="8595439" y="4750027"/>
            <a:ext cx="548700" cy="393600"/>
          </a:xfrm>
        </p:spPr>
        <p:txBody>
          <a:bodyPr/>
          <a:lstStyle/>
          <a:p>
            <a:fld id="{00000000-1234-1234-1234-123412341234}" type="slidenum">
              <a:rPr lang="en"/>
              <a:t>8</a:t>
            </a:fld>
            <a:endParaRPr lang="en-GB"/>
          </a:p>
        </p:txBody>
      </p:sp>
      <p:sp>
        <p:nvSpPr>
          <p:cNvPr id="12" name="Rectangle 11">
            <a:extLst>
              <a:ext uri="{FF2B5EF4-FFF2-40B4-BE49-F238E27FC236}">
                <a16:creationId xmlns:a16="http://schemas.microsoft.com/office/drawing/2014/main" id="{9784C0C5-CF15-C2A5-18C0-A4E211290CB9}"/>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D681CAFC-A7B5-33C7-D819-EFF2F4ECBAEE}"/>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Tree>
    <p:extLst>
      <p:ext uri="{BB962C8B-B14F-4D97-AF65-F5344CB8AC3E}">
        <p14:creationId xmlns:p14="http://schemas.microsoft.com/office/powerpoint/2010/main" val="312257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C3E4281A-B962-C593-12EA-B780648680C1}"/>
              </a:ext>
            </a:extLst>
          </p:cNvPr>
          <p:cNvGrpSpPr/>
          <p:nvPr/>
        </p:nvGrpSpPr>
        <p:grpSpPr>
          <a:xfrm>
            <a:off x="0" y="2095"/>
            <a:ext cx="9146016" cy="5141405"/>
            <a:chOff x="1263" y="-142"/>
            <a:chExt cx="10058400" cy="914401"/>
          </a:xfrm>
        </p:grpSpPr>
        <p:sp>
          <p:nvSpPr>
            <p:cNvPr id="7" name="Rectangle 6">
              <a:extLst>
                <a:ext uri="{FF2B5EF4-FFF2-40B4-BE49-F238E27FC236}">
                  <a16:creationId xmlns:a16="http://schemas.microsoft.com/office/drawing/2014/main" id="{3DAC8C78-38C5-406D-2AC2-909708399EB7}"/>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BAB557E6-6347-EEE1-504D-B3800885AC0F}"/>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B1171D37-697D-F3C0-1092-0C6E508C9BA7}"/>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28B80397-51EA-E77E-8102-08149DA9AB69}"/>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73EF9520-F464-5649-A028-71164CC7391C}"/>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50ABD60F-FCB7-0719-1723-42A944506505}"/>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3" name="Rectangle 12">
            <a:extLst>
              <a:ext uri="{FF2B5EF4-FFF2-40B4-BE49-F238E27FC236}">
                <a16:creationId xmlns:a16="http://schemas.microsoft.com/office/drawing/2014/main" id="{02D1D63D-03B4-A028-8517-C1B413D8E935}"/>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350FE123-FF2B-1495-2507-4C2AB30E18ED}"/>
              </a:ext>
            </a:extLst>
          </p:cNvPr>
          <p:cNvSpPr/>
          <p:nvPr/>
        </p:nvSpPr>
        <p:spPr>
          <a:xfrm>
            <a:off x="454139" y="356119"/>
            <a:ext cx="8237349" cy="4062493"/>
          </a:xfrm>
          <a:prstGeom prst="rect">
            <a:avLst/>
          </a:prstGeom>
          <a:solidFill>
            <a:srgbClr val="126E2A"/>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endParaRPr lang="en-GB">
              <a:latin typeface="Calibri"/>
              <a:ea typeface="Calibri"/>
              <a:cs typeface="Calibri"/>
            </a:endParaRPr>
          </a:p>
        </p:txBody>
      </p:sp>
      <p:sp>
        <p:nvSpPr>
          <p:cNvPr id="2" name="Title 1">
            <a:extLst>
              <a:ext uri="{FF2B5EF4-FFF2-40B4-BE49-F238E27FC236}">
                <a16:creationId xmlns:a16="http://schemas.microsoft.com/office/drawing/2014/main" id="{069D646A-25D1-441F-188A-296B32A6A2F4}"/>
              </a:ext>
            </a:extLst>
          </p:cNvPr>
          <p:cNvSpPr>
            <a:spLocks noGrp="1"/>
          </p:cNvSpPr>
          <p:nvPr>
            <p:ph type="title"/>
          </p:nvPr>
        </p:nvSpPr>
        <p:spPr>
          <a:xfrm>
            <a:off x="451879" y="358761"/>
            <a:ext cx="8520600" cy="572700"/>
          </a:xfrm>
        </p:spPr>
        <p:txBody>
          <a:bodyPr>
            <a:normAutofit fontScale="90000"/>
          </a:bodyPr>
          <a:lstStyle/>
          <a:p>
            <a:r>
              <a:rPr lang="en-US" sz="3000">
                <a:solidFill>
                  <a:schemeClr val="accent6">
                    <a:lumMod val="20000"/>
                    <a:lumOff val="80000"/>
                  </a:schemeClr>
                </a:solidFill>
                <a:latin typeface="Fairwater Script"/>
              </a:rPr>
              <a:t>Canvas Integration Overview</a:t>
            </a:r>
          </a:p>
          <a:p>
            <a:endParaRPr lang="en-US"/>
          </a:p>
        </p:txBody>
      </p:sp>
      <p:sp>
        <p:nvSpPr>
          <p:cNvPr id="3" name="Text Placeholder 2">
            <a:extLst>
              <a:ext uri="{FF2B5EF4-FFF2-40B4-BE49-F238E27FC236}">
                <a16:creationId xmlns:a16="http://schemas.microsoft.com/office/drawing/2014/main" id="{CAF930AC-C271-5EB5-95ED-53D58DC0D2A0}"/>
              </a:ext>
            </a:extLst>
          </p:cNvPr>
          <p:cNvSpPr>
            <a:spLocks noGrp="1"/>
          </p:cNvSpPr>
          <p:nvPr>
            <p:ph type="body" idx="1"/>
          </p:nvPr>
        </p:nvSpPr>
        <p:spPr>
          <a:xfrm>
            <a:off x="85370" y="879221"/>
            <a:ext cx="8234850" cy="3485905"/>
          </a:xfrm>
        </p:spPr>
        <p:txBody>
          <a:bodyPr>
            <a:normAutofit fontScale="92500" lnSpcReduction="20000"/>
          </a:bodyPr>
          <a:lstStyle/>
          <a:p>
            <a:pPr marL="742950" indent="-285750">
              <a:lnSpc>
                <a:spcPct val="110000"/>
              </a:lnSpc>
              <a:buClr>
                <a:schemeClr val="accent6">
                  <a:lumMod val="20000"/>
                  <a:lumOff val="80000"/>
                </a:schemeClr>
              </a:buClr>
            </a:pPr>
            <a:r>
              <a:rPr lang="en-US">
                <a:solidFill>
                  <a:srgbClr val="FBFFD9"/>
                </a:solidFill>
                <a:latin typeface="Calibri"/>
                <a:ea typeface="Calibri"/>
                <a:cs typeface="Calibri"/>
              </a:rPr>
              <a:t>Canvas was selected for its widespread adoption, reducing complexity for instructors and students.</a:t>
            </a:r>
            <a:endParaRPr lang="en-US">
              <a:latin typeface="Calibri"/>
              <a:ea typeface="Calibri"/>
              <a:cs typeface="Calibri"/>
            </a:endParaRPr>
          </a:p>
          <a:p>
            <a:pPr marL="742950" indent="-285750">
              <a:lnSpc>
                <a:spcPct val="110000"/>
              </a:lnSpc>
              <a:buClr>
                <a:schemeClr val="accent6">
                  <a:lumMod val="20000"/>
                  <a:lumOff val="80000"/>
                </a:schemeClr>
              </a:buClr>
            </a:pPr>
            <a:endParaRPr lang="en-US">
              <a:latin typeface="Calibri"/>
              <a:ea typeface="Calibri"/>
              <a:cs typeface="Calibri"/>
            </a:endParaRPr>
          </a:p>
          <a:p>
            <a:pPr marL="742950" indent="-285750">
              <a:lnSpc>
                <a:spcPct val="110000"/>
              </a:lnSpc>
              <a:buClr>
                <a:schemeClr val="accent6">
                  <a:lumMod val="20000"/>
                  <a:lumOff val="80000"/>
                </a:schemeClr>
              </a:buClr>
            </a:pPr>
            <a:r>
              <a:rPr lang="en-US">
                <a:solidFill>
                  <a:srgbClr val="FBFFD9"/>
                </a:solidFill>
                <a:latin typeface="Calibri"/>
                <a:ea typeface="Calibri"/>
                <a:cs typeface="Calibri"/>
              </a:rPr>
              <a:t>Direct integration with Canvas API enables automatic syncing of assignments, due dates, and instructional materials into </a:t>
            </a:r>
            <a:r>
              <a:rPr lang="en-US" err="1">
                <a:solidFill>
                  <a:srgbClr val="FBFFD9"/>
                </a:solidFill>
                <a:latin typeface="Calibri"/>
                <a:ea typeface="Calibri"/>
                <a:cs typeface="Calibri"/>
              </a:rPr>
              <a:t>EduSense</a:t>
            </a:r>
            <a:r>
              <a:rPr lang="en-US">
                <a:solidFill>
                  <a:srgbClr val="FBFFD9"/>
                </a:solidFill>
                <a:latin typeface="Calibri"/>
                <a:ea typeface="Calibri"/>
                <a:cs typeface="Calibri"/>
              </a:rPr>
              <a:t>.</a:t>
            </a:r>
            <a:endParaRPr lang="en-US" err="1">
              <a:latin typeface="Calibri"/>
              <a:ea typeface="Calibri"/>
              <a:cs typeface="Calibri"/>
            </a:endParaRPr>
          </a:p>
          <a:p>
            <a:pPr marL="742950" indent="-285750">
              <a:lnSpc>
                <a:spcPct val="110000"/>
              </a:lnSpc>
              <a:buClr>
                <a:schemeClr val="accent6">
                  <a:lumMod val="20000"/>
                  <a:lumOff val="80000"/>
                </a:schemeClr>
              </a:buClr>
            </a:pPr>
            <a:endParaRPr lang="en-US">
              <a:latin typeface="Calibri"/>
              <a:ea typeface="Calibri"/>
              <a:cs typeface="Calibri"/>
            </a:endParaRPr>
          </a:p>
          <a:p>
            <a:pPr marL="742950" indent="-285750">
              <a:lnSpc>
                <a:spcPct val="110000"/>
              </a:lnSpc>
              <a:buClr>
                <a:schemeClr val="accent6">
                  <a:lumMod val="20000"/>
                  <a:lumOff val="80000"/>
                </a:schemeClr>
              </a:buClr>
            </a:pPr>
            <a:r>
              <a:rPr lang="en-US">
                <a:solidFill>
                  <a:srgbClr val="FBFFD9"/>
                </a:solidFill>
                <a:latin typeface="Calibri"/>
                <a:ea typeface="Calibri"/>
                <a:cs typeface="Calibri"/>
              </a:rPr>
              <a:t>AI generates guided prompts tailored specifically to the synced assignment content.</a:t>
            </a:r>
            <a:endParaRPr lang="en-US">
              <a:latin typeface="Calibri"/>
              <a:ea typeface="Calibri"/>
              <a:cs typeface="Calibri"/>
            </a:endParaRPr>
          </a:p>
          <a:p>
            <a:pPr marL="742950" indent="-285750">
              <a:lnSpc>
                <a:spcPct val="110000"/>
              </a:lnSpc>
              <a:buClr>
                <a:schemeClr val="accent6">
                  <a:lumMod val="20000"/>
                  <a:lumOff val="80000"/>
                </a:schemeClr>
              </a:buClr>
            </a:pPr>
            <a:endParaRPr lang="en-US">
              <a:latin typeface="Calibri"/>
              <a:ea typeface="Calibri"/>
              <a:cs typeface="Calibri"/>
            </a:endParaRPr>
          </a:p>
          <a:p>
            <a:pPr marL="742950" indent="-285750">
              <a:lnSpc>
                <a:spcPct val="110000"/>
              </a:lnSpc>
              <a:buClr>
                <a:schemeClr val="accent6">
                  <a:lumMod val="20000"/>
                  <a:lumOff val="80000"/>
                </a:schemeClr>
              </a:buClr>
            </a:pPr>
            <a:r>
              <a:rPr lang="en-US">
                <a:solidFill>
                  <a:srgbClr val="FBFFD9"/>
                </a:solidFill>
                <a:latin typeface="Calibri"/>
                <a:ea typeface="Calibri"/>
                <a:cs typeface="Calibri"/>
              </a:rPr>
              <a:t>Instructors can directly control AI assistance levels for each synced assignment.</a:t>
            </a:r>
            <a:endParaRPr lang="en-US">
              <a:latin typeface="Calibri"/>
              <a:ea typeface="Calibri"/>
              <a:cs typeface="Calibri"/>
            </a:endParaRPr>
          </a:p>
          <a:p>
            <a:pPr marL="742950" indent="-285750">
              <a:lnSpc>
                <a:spcPct val="110000"/>
              </a:lnSpc>
              <a:buClr>
                <a:schemeClr val="accent6">
                  <a:lumMod val="20000"/>
                  <a:lumOff val="80000"/>
                </a:schemeClr>
              </a:buClr>
            </a:pPr>
            <a:endParaRPr lang="en-US">
              <a:latin typeface="Calibri"/>
              <a:ea typeface="Calibri"/>
              <a:cs typeface="Calibri"/>
            </a:endParaRPr>
          </a:p>
          <a:p>
            <a:pPr marL="742950" indent="-285750">
              <a:lnSpc>
                <a:spcPct val="110000"/>
              </a:lnSpc>
              <a:buClr>
                <a:schemeClr val="accent6">
                  <a:lumMod val="20000"/>
                  <a:lumOff val="80000"/>
                </a:schemeClr>
              </a:buClr>
            </a:pPr>
            <a:r>
              <a:rPr lang="en-US">
                <a:solidFill>
                  <a:srgbClr val="FBFFD9"/>
                </a:solidFill>
                <a:latin typeface="Calibri"/>
                <a:ea typeface="Calibri"/>
                <a:cs typeface="Calibri"/>
              </a:rPr>
              <a:t>Student interactions are captured, allowing instructors to monitor common difficulties.</a:t>
            </a:r>
            <a:endParaRPr lang="en-US">
              <a:latin typeface="Calibri"/>
              <a:ea typeface="Calibri"/>
              <a:cs typeface="Calibri"/>
            </a:endParaRPr>
          </a:p>
          <a:p>
            <a:pPr marL="114300" indent="0">
              <a:lnSpc>
                <a:spcPct val="110000"/>
              </a:lnSpc>
              <a:buNone/>
            </a:pPr>
            <a:endParaRPr lang="en-US">
              <a:latin typeface="Calibri"/>
            </a:endParaRPr>
          </a:p>
        </p:txBody>
      </p:sp>
      <p:sp>
        <p:nvSpPr>
          <p:cNvPr id="17" name="Rectangle 16">
            <a:extLst>
              <a:ext uri="{FF2B5EF4-FFF2-40B4-BE49-F238E27FC236}">
                <a16:creationId xmlns:a16="http://schemas.microsoft.com/office/drawing/2014/main" id="{861219B9-2335-C8F3-8FF2-F5CACA4B3546}"/>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4" name="Slide Number Placeholder 3">
            <a:extLst>
              <a:ext uri="{FF2B5EF4-FFF2-40B4-BE49-F238E27FC236}">
                <a16:creationId xmlns:a16="http://schemas.microsoft.com/office/drawing/2014/main" id="{B814546F-388C-ECAF-4450-513D74C27A9B}"/>
              </a:ext>
            </a:extLst>
          </p:cNvPr>
          <p:cNvSpPr>
            <a:spLocks noGrp="1"/>
          </p:cNvSpPr>
          <p:nvPr>
            <p:ph type="sldNum" idx="12"/>
          </p:nvPr>
        </p:nvSpPr>
        <p:spPr>
          <a:xfrm>
            <a:off x="8591071" y="4749481"/>
            <a:ext cx="548700" cy="393600"/>
          </a:xfrm>
        </p:spPr>
        <p:txBody>
          <a:bodyPr/>
          <a:lstStyle/>
          <a:p>
            <a:pPr marL="0" lvl="0" indent="0" algn="r" rtl="0">
              <a:spcBef>
                <a:spcPts val="0"/>
              </a:spcBef>
              <a:spcAft>
                <a:spcPts val="0"/>
              </a:spcAft>
              <a:buNone/>
            </a:pPr>
            <a:fld id="{00000000-1234-1234-1234-123412341234}" type="slidenum">
              <a:rPr lang="en"/>
              <a:t>9</a:t>
            </a:fld>
            <a:endParaRPr lang="en"/>
          </a:p>
        </p:txBody>
      </p:sp>
      <p:sp>
        <p:nvSpPr>
          <p:cNvPr id="18" name="TextBox 17">
            <a:extLst>
              <a:ext uri="{FF2B5EF4-FFF2-40B4-BE49-F238E27FC236}">
                <a16:creationId xmlns:a16="http://schemas.microsoft.com/office/drawing/2014/main" id="{5116E096-40E4-5395-3548-D4132CFC5244}"/>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Tree>
    <p:extLst>
      <p:ext uri="{BB962C8B-B14F-4D97-AF65-F5344CB8AC3E}">
        <p14:creationId xmlns:p14="http://schemas.microsoft.com/office/powerpoint/2010/main" val="2303934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101"/>
        <p:cNvGrpSpPr/>
        <p:nvPr/>
      </p:nvGrpSpPr>
      <p:grpSpPr>
        <a:xfrm>
          <a:off x="0" y="0"/>
          <a:ext cx="0" cy="0"/>
          <a:chOff x="0" y="0"/>
          <a:chExt cx="0" cy="0"/>
        </a:xfrm>
      </p:grpSpPr>
      <p:grpSp>
        <p:nvGrpSpPr>
          <p:cNvPr id="10" name="Group 9">
            <a:extLst>
              <a:ext uri="{FF2B5EF4-FFF2-40B4-BE49-F238E27FC236}">
                <a16:creationId xmlns:a16="http://schemas.microsoft.com/office/drawing/2014/main" id="{2B9B7D37-B8B3-C291-EBDB-D54D2C51A5BB}"/>
              </a:ext>
            </a:extLst>
          </p:cNvPr>
          <p:cNvGrpSpPr/>
          <p:nvPr/>
        </p:nvGrpSpPr>
        <p:grpSpPr>
          <a:xfrm>
            <a:off x="1261" y="3346"/>
            <a:ext cx="9146016" cy="5141405"/>
            <a:chOff x="1263" y="-142"/>
            <a:chExt cx="10058400" cy="914401"/>
          </a:xfrm>
        </p:grpSpPr>
        <p:sp>
          <p:nvSpPr>
            <p:cNvPr id="4" name="Rectangle 3">
              <a:extLst>
                <a:ext uri="{FF2B5EF4-FFF2-40B4-BE49-F238E27FC236}">
                  <a16:creationId xmlns:a16="http://schemas.microsoft.com/office/drawing/2014/main" id="{FC16CBAF-6E3A-F502-98C5-1086D49858AA}"/>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41574C3D-0AB7-F924-4C45-D0524978BB90}"/>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95891160-DE09-A012-629A-E33D97E8C818}"/>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5703091E-6E6A-D14B-6163-134688963A81}"/>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2F9BA7D9-ADB3-5675-8224-770EACE5AF43}"/>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862CDF0D-5A00-4744-0A67-2F8586A05867}"/>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2" name="Rectangle 11">
            <a:extLst>
              <a:ext uri="{FF2B5EF4-FFF2-40B4-BE49-F238E27FC236}">
                <a16:creationId xmlns:a16="http://schemas.microsoft.com/office/drawing/2014/main" id="{469548BC-21A7-3835-2EFE-8942A12E0A53}"/>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25BCA00E-25DE-0363-FF93-9ECA86595A4D}"/>
              </a:ext>
            </a:extLst>
          </p:cNvPr>
          <p:cNvSpPr/>
          <p:nvPr/>
        </p:nvSpPr>
        <p:spPr>
          <a:xfrm>
            <a:off x="454139" y="341831"/>
            <a:ext cx="8237349" cy="4062493"/>
          </a:xfrm>
          <a:prstGeom prst="rect">
            <a:avLst/>
          </a:prstGeom>
          <a:solidFill>
            <a:schemeClr val="bg1"/>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16FBC8A9-545E-7F64-755C-D5D331019502}"/>
              </a:ext>
            </a:extLst>
          </p:cNvPr>
          <p:cNvSpPr txBox="1"/>
          <p:nvPr/>
        </p:nvSpPr>
        <p:spPr>
          <a:xfrm>
            <a:off x="6893277" y="338666"/>
            <a:ext cx="1797755" cy="16145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b="1">
                <a:solidFill>
                  <a:schemeClr val="accent1">
                    <a:lumMod val="76000"/>
                  </a:schemeClr>
                </a:solidFill>
                <a:latin typeface="Calibri"/>
              </a:rPr>
              <a:t>Key</a:t>
            </a:r>
          </a:p>
          <a:p>
            <a:r>
              <a:rPr lang="en-GB" b="1">
                <a:solidFill>
                  <a:schemeClr val="accent1">
                    <a:lumMod val="76000"/>
                  </a:schemeClr>
                </a:solidFill>
                <a:latin typeface="Calibri"/>
              </a:rPr>
              <a:t>- Start Point</a:t>
            </a:r>
          </a:p>
          <a:p>
            <a:r>
              <a:rPr lang="en-GB" b="1">
                <a:solidFill>
                  <a:schemeClr val="accent1">
                    <a:lumMod val="76000"/>
                  </a:schemeClr>
                </a:solidFill>
                <a:latin typeface="Calibri"/>
              </a:rPr>
              <a:t>- Scenario</a:t>
            </a:r>
          </a:p>
          <a:p>
            <a:r>
              <a:rPr lang="en-GB" b="1">
                <a:solidFill>
                  <a:schemeClr val="accent1">
                    <a:lumMod val="76000"/>
                  </a:schemeClr>
                </a:solidFill>
                <a:latin typeface="Calibri"/>
              </a:rPr>
              <a:t>- Event</a:t>
            </a:r>
          </a:p>
          <a:p>
            <a:r>
              <a:rPr lang="en-GB" b="1">
                <a:solidFill>
                  <a:schemeClr val="accent1">
                    <a:lumMod val="76000"/>
                  </a:schemeClr>
                </a:solidFill>
                <a:latin typeface="Calibri"/>
              </a:rPr>
              <a:t>- Decision</a:t>
            </a:r>
          </a:p>
          <a:p>
            <a:r>
              <a:rPr lang="en-GB" b="1">
                <a:solidFill>
                  <a:schemeClr val="accent1">
                    <a:lumMod val="76000"/>
                  </a:schemeClr>
                </a:solidFill>
                <a:latin typeface="Calibri"/>
              </a:rPr>
              <a:t>- Positive Outcome</a:t>
            </a:r>
          </a:p>
          <a:p>
            <a:r>
              <a:rPr lang="en-GB" b="1">
                <a:solidFill>
                  <a:schemeClr val="accent1">
                    <a:lumMod val="76000"/>
                  </a:schemeClr>
                </a:solidFill>
                <a:latin typeface="Calibri"/>
              </a:rPr>
              <a:t>- Negative Outcome</a:t>
            </a:r>
          </a:p>
        </p:txBody>
      </p:sp>
      <p:sp>
        <p:nvSpPr>
          <p:cNvPr id="18" name="Oval 17">
            <a:extLst>
              <a:ext uri="{FF2B5EF4-FFF2-40B4-BE49-F238E27FC236}">
                <a16:creationId xmlns:a16="http://schemas.microsoft.com/office/drawing/2014/main" id="{CAE9EC79-35F4-91C2-5DE2-C56370C365C6}"/>
              </a:ext>
            </a:extLst>
          </p:cNvPr>
          <p:cNvSpPr/>
          <p:nvPr/>
        </p:nvSpPr>
        <p:spPr>
          <a:xfrm>
            <a:off x="6731000" y="846746"/>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3038" y="36530"/>
                  <a:pt x="41453" y="-1917"/>
                  <a:pt x="97367" y="0"/>
                </a:cubicBezTo>
                <a:cubicBezTo>
                  <a:pt x="157572" y="-7337"/>
                  <a:pt x="203932" y="50601"/>
                  <a:pt x="194734" y="90312"/>
                </a:cubicBezTo>
                <a:cubicBezTo>
                  <a:pt x="182901" y="145105"/>
                  <a:pt x="151762" y="179386"/>
                  <a:pt x="97367" y="180624"/>
                </a:cubicBezTo>
                <a:cubicBezTo>
                  <a:pt x="50965" y="181272"/>
                  <a:pt x="-1547" y="150814"/>
                  <a:pt x="0" y="90312"/>
                </a:cubicBezTo>
                <a:close/>
              </a:path>
              <a:path w="194734" h="180624" stroke="0" extrusionOk="0">
                <a:moveTo>
                  <a:pt x="0" y="90312"/>
                </a:moveTo>
                <a:cubicBezTo>
                  <a:pt x="-2864" y="31444"/>
                  <a:pt x="35333" y="711"/>
                  <a:pt x="97367" y="0"/>
                </a:cubicBezTo>
                <a:cubicBezTo>
                  <a:pt x="144485" y="9273"/>
                  <a:pt x="190726" y="36221"/>
                  <a:pt x="194734" y="90312"/>
                </a:cubicBezTo>
                <a:cubicBezTo>
                  <a:pt x="199738" y="148649"/>
                  <a:pt x="156124" y="181967"/>
                  <a:pt x="97367" y="180624"/>
                </a:cubicBezTo>
                <a:cubicBezTo>
                  <a:pt x="39070" y="183763"/>
                  <a:pt x="-10555" y="130692"/>
                  <a:pt x="0" y="90312"/>
                </a:cubicBezTo>
                <a:close/>
              </a:path>
            </a:pathLst>
          </a:custGeom>
          <a:solidFill>
            <a:srgbClr val="9391FF"/>
          </a:solidFill>
          <a:ln>
            <a:solidFill>
              <a:srgbClr val="9391FF"/>
            </a:solidFill>
            <a:extLst>
              <a:ext uri="{C807C97D-BFC1-408E-A445-0C87EB9F89A2}">
                <ask:lineSketchStyleProps xmlns:ask="http://schemas.microsoft.com/office/drawing/2018/sketchyshapes" sd="3499211612">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FA5F837D-C1C9-19C9-3608-DA30A4540B97}"/>
              </a:ext>
            </a:extLst>
          </p:cNvPr>
          <p:cNvSpPr/>
          <p:nvPr/>
        </p:nvSpPr>
        <p:spPr>
          <a:xfrm>
            <a:off x="6730999" y="1059016"/>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8410" y="27382"/>
                  <a:pt x="40680" y="-1606"/>
                  <a:pt x="97367" y="0"/>
                </a:cubicBezTo>
                <a:cubicBezTo>
                  <a:pt x="143826" y="9689"/>
                  <a:pt x="190824" y="42687"/>
                  <a:pt x="194734" y="90312"/>
                </a:cubicBezTo>
                <a:cubicBezTo>
                  <a:pt x="190963" y="138341"/>
                  <a:pt x="153104" y="174465"/>
                  <a:pt x="97367" y="180624"/>
                </a:cubicBezTo>
                <a:cubicBezTo>
                  <a:pt x="40073" y="177161"/>
                  <a:pt x="5383" y="136941"/>
                  <a:pt x="0" y="90312"/>
                </a:cubicBezTo>
                <a:close/>
              </a:path>
              <a:path w="194734" h="180624" stroke="0" extrusionOk="0">
                <a:moveTo>
                  <a:pt x="0" y="90312"/>
                </a:moveTo>
                <a:cubicBezTo>
                  <a:pt x="-2100" y="46297"/>
                  <a:pt x="44281" y="10977"/>
                  <a:pt x="97367" y="0"/>
                </a:cubicBezTo>
                <a:cubicBezTo>
                  <a:pt x="161858" y="-1636"/>
                  <a:pt x="201035" y="39466"/>
                  <a:pt x="194734" y="90312"/>
                </a:cubicBezTo>
                <a:cubicBezTo>
                  <a:pt x="189706" y="147662"/>
                  <a:pt x="159174" y="168482"/>
                  <a:pt x="97367" y="180624"/>
                </a:cubicBezTo>
                <a:cubicBezTo>
                  <a:pt x="30460" y="184111"/>
                  <a:pt x="-164" y="137994"/>
                  <a:pt x="0" y="90312"/>
                </a:cubicBezTo>
                <a:close/>
              </a:path>
            </a:pathLst>
          </a:custGeom>
          <a:solidFill>
            <a:srgbClr val="6DB1FF"/>
          </a:solidFill>
          <a:ln>
            <a:solidFill>
              <a:srgbClr val="6DB1FF"/>
            </a:solidFill>
            <a:extLst>
              <a:ext uri="{C807C97D-BFC1-408E-A445-0C87EB9F89A2}">
                <ask:lineSketchStyleProps xmlns:ask="http://schemas.microsoft.com/office/drawing/2018/sketchyshapes" sd="283741067">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269A583C-3463-FE7F-C291-1688C61FD387}"/>
              </a:ext>
            </a:extLst>
          </p:cNvPr>
          <p:cNvSpPr/>
          <p:nvPr/>
        </p:nvSpPr>
        <p:spPr>
          <a:xfrm>
            <a:off x="6730999" y="1268021"/>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extrusionOk="0">
                <a:moveTo>
                  <a:pt x="0" y="90312"/>
                </a:moveTo>
                <a:cubicBezTo>
                  <a:pt x="5040" y="47238"/>
                  <a:pt x="45069" y="1086"/>
                  <a:pt x="97367" y="0"/>
                </a:cubicBezTo>
                <a:cubicBezTo>
                  <a:pt x="138455" y="-767"/>
                  <a:pt x="192413" y="53689"/>
                  <a:pt x="194734" y="90312"/>
                </a:cubicBezTo>
                <a:cubicBezTo>
                  <a:pt x="195360" y="124406"/>
                  <a:pt x="144262" y="173909"/>
                  <a:pt x="97367" y="180624"/>
                </a:cubicBezTo>
                <a:cubicBezTo>
                  <a:pt x="42243" y="179773"/>
                  <a:pt x="6167" y="139244"/>
                  <a:pt x="0" y="90312"/>
                </a:cubicBezTo>
                <a:close/>
              </a:path>
            </a:pathLst>
          </a:custGeom>
          <a:noFill/>
          <a:ln>
            <a:solidFill>
              <a:schemeClr val="accent1"/>
            </a:solidFill>
            <a:extLst>
              <a:ext uri="{C807C97D-BFC1-408E-A445-0C87EB9F89A2}">
                <ask:lineSketchStyleProps xmlns:ask="http://schemas.microsoft.com/office/drawing/2018/sketchyshapes" sd="1546443433">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a:extLst>
              <a:ext uri="{FF2B5EF4-FFF2-40B4-BE49-F238E27FC236}">
                <a16:creationId xmlns:a16="http://schemas.microsoft.com/office/drawing/2014/main" id="{B336F193-A071-1A6C-2969-D69820D8D99D}"/>
              </a:ext>
            </a:extLst>
          </p:cNvPr>
          <p:cNvSpPr/>
          <p:nvPr/>
        </p:nvSpPr>
        <p:spPr>
          <a:xfrm>
            <a:off x="6730998" y="1486824"/>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4562" y="32093"/>
                  <a:pt x="37079" y="3020"/>
                  <a:pt x="97367" y="0"/>
                </a:cubicBezTo>
                <a:cubicBezTo>
                  <a:pt x="151934" y="-12489"/>
                  <a:pt x="196768" y="41155"/>
                  <a:pt x="194734" y="90312"/>
                </a:cubicBezTo>
                <a:cubicBezTo>
                  <a:pt x="191087" y="129678"/>
                  <a:pt x="161067" y="187961"/>
                  <a:pt x="97367" y="180624"/>
                </a:cubicBezTo>
                <a:cubicBezTo>
                  <a:pt x="42388" y="171961"/>
                  <a:pt x="-9046" y="137245"/>
                  <a:pt x="0" y="90312"/>
                </a:cubicBezTo>
                <a:close/>
              </a:path>
              <a:path w="194734" h="180624" stroke="0" extrusionOk="0">
                <a:moveTo>
                  <a:pt x="0" y="90312"/>
                </a:moveTo>
                <a:cubicBezTo>
                  <a:pt x="647" y="54220"/>
                  <a:pt x="31405" y="-2836"/>
                  <a:pt x="97367" y="0"/>
                </a:cubicBezTo>
                <a:cubicBezTo>
                  <a:pt x="156119" y="-18"/>
                  <a:pt x="204084" y="50640"/>
                  <a:pt x="194734" y="90312"/>
                </a:cubicBezTo>
                <a:cubicBezTo>
                  <a:pt x="205696" y="130280"/>
                  <a:pt x="143665" y="183681"/>
                  <a:pt x="97367" y="180624"/>
                </a:cubicBezTo>
                <a:cubicBezTo>
                  <a:pt x="54423" y="174813"/>
                  <a:pt x="1423" y="146612"/>
                  <a:pt x="0" y="90312"/>
                </a:cubicBezTo>
                <a:close/>
              </a:path>
            </a:pathLst>
          </a:custGeom>
          <a:solidFill>
            <a:srgbClr val="C3F7C8"/>
          </a:solidFill>
          <a:ln>
            <a:solidFill>
              <a:srgbClr val="C3F7C8"/>
            </a:solidFill>
            <a:extLst>
              <a:ext uri="{C807C97D-BFC1-408E-A445-0C87EB9F89A2}">
                <ask:lineSketchStyleProps xmlns:ask="http://schemas.microsoft.com/office/drawing/2018/sketchyshapes" sd="4220084008">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 25">
            <a:extLst>
              <a:ext uri="{FF2B5EF4-FFF2-40B4-BE49-F238E27FC236}">
                <a16:creationId xmlns:a16="http://schemas.microsoft.com/office/drawing/2014/main" id="{42EF764D-81D1-112D-7DBC-7BD9B975ED23}"/>
              </a:ext>
            </a:extLst>
          </p:cNvPr>
          <p:cNvSpPr/>
          <p:nvPr/>
        </p:nvSpPr>
        <p:spPr>
          <a:xfrm>
            <a:off x="6730999" y="1695830"/>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479" y="37263"/>
                  <a:pt x="42209" y="-9044"/>
                  <a:pt x="97367" y="0"/>
                </a:cubicBezTo>
                <a:cubicBezTo>
                  <a:pt x="138307" y="4368"/>
                  <a:pt x="180489" y="41365"/>
                  <a:pt x="194734" y="90312"/>
                </a:cubicBezTo>
                <a:cubicBezTo>
                  <a:pt x="202825" y="145591"/>
                  <a:pt x="153211" y="175286"/>
                  <a:pt x="97367" y="180624"/>
                </a:cubicBezTo>
                <a:cubicBezTo>
                  <a:pt x="39850" y="180403"/>
                  <a:pt x="-9966" y="135249"/>
                  <a:pt x="0" y="90312"/>
                </a:cubicBezTo>
                <a:close/>
              </a:path>
              <a:path w="194734" h="180624" stroke="0" extrusionOk="0">
                <a:moveTo>
                  <a:pt x="0" y="90312"/>
                </a:moveTo>
                <a:cubicBezTo>
                  <a:pt x="3074" y="40171"/>
                  <a:pt x="49624" y="2587"/>
                  <a:pt x="97367" y="0"/>
                </a:cubicBezTo>
                <a:cubicBezTo>
                  <a:pt x="143854" y="7175"/>
                  <a:pt x="187793" y="38539"/>
                  <a:pt x="194734" y="90312"/>
                </a:cubicBezTo>
                <a:cubicBezTo>
                  <a:pt x="199424" y="137463"/>
                  <a:pt x="153058" y="178909"/>
                  <a:pt x="97367" y="180624"/>
                </a:cubicBezTo>
                <a:cubicBezTo>
                  <a:pt x="45007" y="180664"/>
                  <a:pt x="3811" y="142514"/>
                  <a:pt x="0" y="90312"/>
                </a:cubicBezTo>
                <a:close/>
              </a:path>
            </a:pathLst>
          </a:custGeom>
          <a:solidFill>
            <a:srgbClr val="FE7070"/>
          </a:solidFill>
          <a:ln>
            <a:solidFill>
              <a:srgbClr val="FE7070"/>
            </a:solidFill>
            <a:extLst>
              <a:ext uri="{C807C97D-BFC1-408E-A445-0C87EB9F89A2}">
                <ask:lineSketchStyleProps xmlns:ask="http://schemas.microsoft.com/office/drawing/2018/sketchyshapes" sd="3140710686">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val 27">
            <a:extLst>
              <a:ext uri="{FF2B5EF4-FFF2-40B4-BE49-F238E27FC236}">
                <a16:creationId xmlns:a16="http://schemas.microsoft.com/office/drawing/2014/main" id="{01DE7BBE-DE5B-0D7D-9073-27A8F45DFC73}"/>
              </a:ext>
            </a:extLst>
          </p:cNvPr>
          <p:cNvSpPr/>
          <p:nvPr/>
        </p:nvSpPr>
        <p:spPr>
          <a:xfrm>
            <a:off x="6731000" y="631209"/>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10009" y="50749"/>
                  <a:pt x="52153" y="7733"/>
                  <a:pt x="97367" y="0"/>
                </a:cubicBezTo>
                <a:cubicBezTo>
                  <a:pt x="151533" y="-2957"/>
                  <a:pt x="192578" y="37683"/>
                  <a:pt x="194734" y="90312"/>
                </a:cubicBezTo>
                <a:cubicBezTo>
                  <a:pt x="190200" y="130644"/>
                  <a:pt x="156540" y="171012"/>
                  <a:pt x="97367" y="180624"/>
                </a:cubicBezTo>
                <a:cubicBezTo>
                  <a:pt x="44043" y="184250"/>
                  <a:pt x="-4321" y="135792"/>
                  <a:pt x="0" y="90312"/>
                </a:cubicBezTo>
                <a:close/>
              </a:path>
              <a:path w="194734" h="180624" stroke="0" extrusionOk="0">
                <a:moveTo>
                  <a:pt x="0" y="90312"/>
                </a:moveTo>
                <a:cubicBezTo>
                  <a:pt x="-394" y="25977"/>
                  <a:pt x="43426" y="-2583"/>
                  <a:pt x="97367" y="0"/>
                </a:cubicBezTo>
                <a:cubicBezTo>
                  <a:pt x="150954" y="-7509"/>
                  <a:pt x="196063" y="33146"/>
                  <a:pt x="194734" y="90312"/>
                </a:cubicBezTo>
                <a:cubicBezTo>
                  <a:pt x="191196" y="125968"/>
                  <a:pt x="151281" y="182423"/>
                  <a:pt x="97367" y="180624"/>
                </a:cubicBezTo>
                <a:cubicBezTo>
                  <a:pt x="30187" y="179779"/>
                  <a:pt x="-469" y="129008"/>
                  <a:pt x="0" y="90312"/>
                </a:cubicBezTo>
                <a:close/>
              </a:path>
            </a:pathLst>
          </a:custGeom>
          <a:solidFill>
            <a:srgbClr val="FFE342"/>
          </a:solidFill>
          <a:ln>
            <a:solidFill>
              <a:srgbClr val="FFE342"/>
            </a:solidFill>
            <a:extLst>
              <a:ext uri="{C807C97D-BFC1-408E-A445-0C87EB9F89A2}">
                <ask:lineSketchStyleProps xmlns:ask="http://schemas.microsoft.com/office/drawing/2018/sketchyshapes" sd="1619771458">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 name="Google Shape;102;p21"/>
          <p:cNvSpPr txBox="1">
            <a:spLocks noGrp="1"/>
          </p:cNvSpPr>
          <p:nvPr>
            <p:ph type="title"/>
          </p:nvPr>
        </p:nvSpPr>
        <p:spPr>
          <a:xfrm>
            <a:off x="432572" y="476574"/>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0C5ADB"/>
                </a:solidFill>
                <a:latin typeface="Fairwater Script"/>
              </a:rPr>
              <a:t>Solution Process Flow</a:t>
            </a:r>
            <a:endParaRPr b="1">
              <a:solidFill>
                <a:srgbClr val="0C5ADB"/>
              </a:solidFill>
              <a:latin typeface="Fairwater Script"/>
            </a:endParaRPr>
          </a:p>
        </p:txBody>
      </p:sp>
      <p:pic>
        <p:nvPicPr>
          <p:cNvPr id="30" name="Graphic 29">
            <a:extLst>
              <a:ext uri="{FF2B5EF4-FFF2-40B4-BE49-F238E27FC236}">
                <a16:creationId xmlns:a16="http://schemas.microsoft.com/office/drawing/2014/main" id="{9B464365-0309-34A8-0F70-3DD00475D76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6699" y="1149505"/>
            <a:ext cx="6065190" cy="2695177"/>
          </a:xfrm>
          <a:prstGeom prst="rect">
            <a:avLst/>
          </a:prstGeom>
        </p:spPr>
      </p:pic>
      <p:sp>
        <p:nvSpPr>
          <p:cNvPr id="2" name="Slide Number Placeholder 1">
            <a:extLst>
              <a:ext uri="{FF2B5EF4-FFF2-40B4-BE49-F238E27FC236}">
                <a16:creationId xmlns:a16="http://schemas.microsoft.com/office/drawing/2014/main" id="{72A1BCB7-7B9B-61E4-5A3F-12B86E13F543}"/>
              </a:ext>
            </a:extLst>
          </p:cNvPr>
          <p:cNvSpPr>
            <a:spLocks noGrp="1"/>
          </p:cNvSpPr>
          <p:nvPr>
            <p:ph type="sldNum" idx="12"/>
          </p:nvPr>
        </p:nvSpPr>
        <p:spPr>
          <a:xfrm>
            <a:off x="8565493" y="4696444"/>
            <a:ext cx="548700" cy="393600"/>
          </a:xfrm>
        </p:spPr>
        <p:txBody>
          <a:bodyPr/>
          <a:lstStyle/>
          <a:p>
            <a:fld id="{00000000-1234-1234-1234-123412341234}" type="slidenum">
              <a:rPr lang="en"/>
              <a:t>10</a:t>
            </a:fld>
            <a:endParaRPr lang="en-GB"/>
          </a:p>
        </p:txBody>
      </p:sp>
      <p:sp>
        <p:nvSpPr>
          <p:cNvPr id="11" name="Rectangle 10">
            <a:extLst>
              <a:ext uri="{FF2B5EF4-FFF2-40B4-BE49-F238E27FC236}">
                <a16:creationId xmlns:a16="http://schemas.microsoft.com/office/drawing/2014/main" id="{9BBE24C3-5407-F6FA-2ACC-B4501FC4DDCE}"/>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0A63FFA5-8F84-EACD-8182-7748DC3F2953}"/>
              </a:ext>
            </a:extLst>
          </p:cNvPr>
          <p:cNvSpPr txBox="1"/>
          <p:nvPr/>
        </p:nvSpPr>
        <p:spPr>
          <a:xfrm>
            <a:off x="450905" y="4104365"/>
            <a:ext cx="823456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accent1"/>
                </a:solidFill>
                <a:latin typeface="Calibri"/>
              </a:rPr>
              <a:t>This Process Flow assumes that a student does not plan on letting AI tools solve their problems.</a:t>
            </a:r>
          </a:p>
        </p:txBody>
      </p:sp>
      <p:sp>
        <p:nvSpPr>
          <p:cNvPr id="15" name="TextBox 14">
            <a:extLst>
              <a:ext uri="{FF2B5EF4-FFF2-40B4-BE49-F238E27FC236}">
                <a16:creationId xmlns:a16="http://schemas.microsoft.com/office/drawing/2014/main" id="{7D95FF5F-1A15-EA7D-DD18-EDF1A2CBCD03}"/>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65">
          <a:extLst>
            <a:ext uri="{FF2B5EF4-FFF2-40B4-BE49-F238E27FC236}">
              <a16:creationId xmlns:a16="http://schemas.microsoft.com/office/drawing/2014/main" id="{8DE6D092-9C57-A4EF-53A3-25ACAC49B9C7}"/>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4E4D644A-5E2E-B901-7B24-8263F51C2586}"/>
              </a:ext>
            </a:extLst>
          </p:cNvPr>
          <p:cNvGrpSpPr/>
          <p:nvPr/>
        </p:nvGrpSpPr>
        <p:grpSpPr>
          <a:xfrm>
            <a:off x="1262" y="-142"/>
            <a:ext cx="9146016" cy="5141405"/>
            <a:chOff x="1263" y="-142"/>
            <a:chExt cx="10058400" cy="914401"/>
          </a:xfrm>
        </p:grpSpPr>
        <p:sp>
          <p:nvSpPr>
            <p:cNvPr id="3" name="Rectangle 2">
              <a:extLst>
                <a:ext uri="{FF2B5EF4-FFF2-40B4-BE49-F238E27FC236}">
                  <a16:creationId xmlns:a16="http://schemas.microsoft.com/office/drawing/2014/main" id="{9E62BC45-F876-7B20-2550-03680B0E3770}"/>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61AD49CF-3A5A-6B08-DF4F-6FF3402A5E3D}"/>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FEDEA3CE-1D26-1ECC-CCD3-C88D3B7C7220}"/>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0EB2C383-2D4B-F4E1-98AA-540A8CFD7900}"/>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7463C16B-3EE9-ED21-CC73-ADFD1EF68F45}"/>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6CC2B7AD-F814-DA05-0359-107FD2073F63}"/>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Rectangle 10">
            <a:extLst>
              <a:ext uri="{FF2B5EF4-FFF2-40B4-BE49-F238E27FC236}">
                <a16:creationId xmlns:a16="http://schemas.microsoft.com/office/drawing/2014/main" id="{6589DEE0-BAE6-C5F9-DE24-CA226FF7FEB7}"/>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4B3D12E0-DEEB-53DE-2932-FD911FDBCC4C}"/>
              </a:ext>
            </a:extLst>
          </p:cNvPr>
          <p:cNvSpPr/>
          <p:nvPr/>
        </p:nvSpPr>
        <p:spPr>
          <a:xfrm>
            <a:off x="454139" y="341831"/>
            <a:ext cx="8237349" cy="4062493"/>
          </a:xfrm>
          <a:prstGeom prst="rect">
            <a:avLst/>
          </a:prstGeom>
          <a:solidFill>
            <a:srgbClr val="126E2A"/>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Google Shape;66;p15">
            <a:extLst>
              <a:ext uri="{FF2B5EF4-FFF2-40B4-BE49-F238E27FC236}">
                <a16:creationId xmlns:a16="http://schemas.microsoft.com/office/drawing/2014/main" id="{5AF71A47-6594-8E60-25AF-394E7200AAC3}"/>
              </a:ext>
            </a:extLst>
          </p:cNvPr>
          <p:cNvSpPr txBox="1">
            <a:spLocks noGrp="1"/>
          </p:cNvSpPr>
          <p:nvPr>
            <p:ph type="title"/>
          </p:nvPr>
        </p:nvSpPr>
        <p:spPr>
          <a:xfrm>
            <a:off x="424635" y="454872"/>
            <a:ext cx="8520600" cy="572700"/>
          </a:xfrm>
          <a:prstGeom prst="rect">
            <a:avLst/>
          </a:prstGeom>
        </p:spPr>
        <p:txBody>
          <a:bodyPr spcFirstLastPara="1" wrap="square" lIns="91425" tIns="91425" rIns="91425" bIns="91425" anchor="t" anchorCtr="0">
            <a:normAutofit fontScale="90000"/>
          </a:bodyPr>
          <a:lstStyle/>
          <a:p>
            <a:r>
              <a:rPr lang="en">
                <a:solidFill>
                  <a:schemeClr val="accent6">
                    <a:lumMod val="20000"/>
                    <a:lumOff val="80000"/>
                  </a:schemeClr>
                </a:solidFill>
                <a:latin typeface="Fairwater Script"/>
              </a:rPr>
              <a:t>What It Will Do</a:t>
            </a:r>
            <a:endParaRPr>
              <a:solidFill>
                <a:schemeClr val="accent6">
                  <a:lumMod val="20000"/>
                  <a:lumOff val="80000"/>
                </a:schemeClr>
              </a:solidFill>
              <a:latin typeface="Fairwater Script"/>
            </a:endParaRPr>
          </a:p>
        </p:txBody>
      </p:sp>
      <p:sp>
        <p:nvSpPr>
          <p:cNvPr id="67" name="Google Shape;67;p15">
            <a:extLst>
              <a:ext uri="{FF2B5EF4-FFF2-40B4-BE49-F238E27FC236}">
                <a16:creationId xmlns:a16="http://schemas.microsoft.com/office/drawing/2014/main" id="{F66A6198-245F-087D-86F4-8AEA85A36AD5}"/>
              </a:ext>
            </a:extLst>
          </p:cNvPr>
          <p:cNvSpPr txBox="1">
            <a:spLocks noGrp="1"/>
          </p:cNvSpPr>
          <p:nvPr>
            <p:ph type="body" idx="1"/>
          </p:nvPr>
        </p:nvSpPr>
        <p:spPr>
          <a:xfrm>
            <a:off x="69837" y="884190"/>
            <a:ext cx="8231233" cy="3488741"/>
          </a:xfrm>
          <a:prstGeom prst="rect">
            <a:avLst/>
          </a:prstGeom>
        </p:spPr>
        <p:txBody>
          <a:bodyPr spcFirstLastPara="1" wrap="square" lIns="91425" tIns="91425" rIns="91425" bIns="91425" anchor="t" anchorCtr="0">
            <a:noAutofit/>
          </a:bodyPr>
          <a:lstStyle/>
          <a:p>
            <a:pPr marL="742950" indent="-285750">
              <a:lnSpc>
                <a:spcPct val="100000"/>
              </a:lnSpc>
              <a:buClr>
                <a:schemeClr val="accent6">
                  <a:lumMod val="20000"/>
                  <a:lumOff val="80000"/>
                </a:schemeClr>
              </a:buClr>
            </a:pPr>
            <a:r>
              <a:rPr lang="en-US" sz="1700">
                <a:solidFill>
                  <a:srgbClr val="FBFFD9"/>
                </a:solidFill>
                <a:latin typeface="Calibri"/>
                <a:ea typeface="Calibri"/>
                <a:cs typeface="Calibri"/>
              </a:rPr>
              <a:t>Helps the student develop critical thinking and problem-solving skills.</a:t>
            </a:r>
            <a:endParaRPr lang="en-US" sz="1700">
              <a:solidFill>
                <a:srgbClr val="595959"/>
              </a:solidFill>
              <a:latin typeface="Calibri" panose="020F0502020204030204" pitchFamily="34" charset="0"/>
              <a:ea typeface="Calibri" panose="020F0502020204030204" pitchFamily="34" charset="0"/>
              <a:cs typeface="Calibri" panose="020F0502020204030204" pitchFamily="34" charset="0"/>
            </a:endParaRPr>
          </a:p>
          <a:p>
            <a:pPr marL="742950" indent="-285750">
              <a:lnSpc>
                <a:spcPct val="100000"/>
              </a:lnSpc>
              <a:buClr>
                <a:schemeClr val="accent6">
                  <a:lumMod val="20000"/>
                  <a:lumOff val="80000"/>
                </a:schemeClr>
              </a:buClr>
            </a:pPr>
            <a:endParaRPr lang="en-US" sz="1700">
              <a:solidFill>
                <a:srgbClr val="FBFFD9"/>
              </a:solidFill>
              <a:latin typeface="Calibri" panose="020F0502020204030204" pitchFamily="34" charset="0"/>
              <a:ea typeface="Calibri" panose="020F0502020204030204" pitchFamily="34" charset="0"/>
              <a:cs typeface="Calibri" panose="020F0502020204030204" pitchFamily="34" charset="0"/>
            </a:endParaRPr>
          </a:p>
          <a:p>
            <a:pPr marL="742950" indent="-285750">
              <a:lnSpc>
                <a:spcPct val="100000"/>
              </a:lnSpc>
              <a:buClr>
                <a:schemeClr val="accent6">
                  <a:lumMod val="20000"/>
                  <a:lumOff val="80000"/>
                </a:schemeClr>
              </a:buClr>
            </a:pPr>
            <a:r>
              <a:rPr lang="en-US" sz="1700">
                <a:solidFill>
                  <a:srgbClr val="FBFFD9"/>
                </a:solidFill>
                <a:latin typeface="Calibri"/>
                <a:ea typeface="Calibri"/>
                <a:cs typeface="Calibri"/>
              </a:rPr>
              <a:t>Provides the student with access to an LLM while completing their assignment.</a:t>
            </a:r>
            <a:endParaRPr lang="en-US" sz="1700">
              <a:solidFill>
                <a:srgbClr val="595959"/>
              </a:solidFill>
              <a:latin typeface="Calibri"/>
              <a:ea typeface="Calibri"/>
              <a:cs typeface="Calibri"/>
            </a:endParaRPr>
          </a:p>
          <a:p>
            <a:pPr marL="742950" indent="-285750">
              <a:lnSpc>
                <a:spcPct val="100000"/>
              </a:lnSpc>
              <a:buClr>
                <a:schemeClr val="accent6">
                  <a:lumMod val="20000"/>
                  <a:lumOff val="80000"/>
                </a:schemeClr>
              </a:buClr>
            </a:pPr>
            <a:endParaRPr lang="en-US" sz="1700">
              <a:latin typeface="Calibri" panose="020F0502020204030204" pitchFamily="34" charset="0"/>
              <a:ea typeface="Calibri" panose="020F0502020204030204" pitchFamily="34" charset="0"/>
              <a:cs typeface="Calibri" panose="020F0502020204030204" pitchFamily="34" charset="0"/>
            </a:endParaRPr>
          </a:p>
          <a:p>
            <a:pPr marL="742950" indent="-285750">
              <a:lnSpc>
                <a:spcPct val="100000"/>
              </a:lnSpc>
              <a:buClr>
                <a:schemeClr val="accent6">
                  <a:lumMod val="20000"/>
                  <a:lumOff val="80000"/>
                </a:schemeClr>
              </a:buClr>
            </a:pPr>
            <a:r>
              <a:rPr lang="en-US" sz="1700">
                <a:solidFill>
                  <a:srgbClr val="FBFFD9"/>
                </a:solidFill>
                <a:latin typeface="Calibri"/>
                <a:ea typeface="Calibri"/>
                <a:cs typeface="Calibri"/>
              </a:rPr>
              <a:t>Guides the student's questions with leading prompts to help them arrive at the answer. </a:t>
            </a:r>
            <a:endParaRPr lang="en-US" sz="1700">
              <a:latin typeface="Calibri"/>
              <a:ea typeface="Calibri"/>
              <a:cs typeface="Calibri"/>
            </a:endParaRPr>
          </a:p>
          <a:p>
            <a:pPr marL="742950" indent="-285750">
              <a:lnSpc>
                <a:spcPct val="100000"/>
              </a:lnSpc>
              <a:buClr>
                <a:schemeClr val="accent6">
                  <a:lumMod val="20000"/>
                  <a:lumOff val="80000"/>
                </a:schemeClr>
              </a:buClr>
            </a:pPr>
            <a:endParaRPr lang="en-US" sz="170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742950" indent="-285750">
              <a:lnSpc>
                <a:spcPct val="100000"/>
              </a:lnSpc>
              <a:buClr>
                <a:schemeClr val="accent6">
                  <a:lumMod val="20000"/>
                  <a:lumOff val="80000"/>
                </a:schemeClr>
              </a:buClr>
            </a:pPr>
            <a:r>
              <a:rPr lang="en-US" sz="1700">
                <a:solidFill>
                  <a:srgbClr val="FBFFD9"/>
                </a:solidFill>
                <a:latin typeface="Calibri"/>
                <a:ea typeface="Calibri"/>
                <a:cs typeface="Calibri"/>
              </a:rPr>
              <a:t>Provides the instructor with the student's user history.</a:t>
            </a:r>
            <a:endParaRPr lang="en-US" sz="1700">
              <a:latin typeface="Calibri"/>
              <a:ea typeface="Calibri"/>
              <a:cs typeface="Calibri"/>
            </a:endParaRPr>
          </a:p>
          <a:p>
            <a:pPr marL="742950" indent="-285750">
              <a:lnSpc>
                <a:spcPct val="100000"/>
              </a:lnSpc>
              <a:buClr>
                <a:schemeClr val="accent6">
                  <a:lumMod val="20000"/>
                  <a:lumOff val="80000"/>
                </a:schemeClr>
              </a:buClr>
            </a:pPr>
            <a:endParaRPr lang="en-US" sz="1700">
              <a:solidFill>
                <a:srgbClr val="FBFFD9"/>
              </a:solidFill>
              <a:latin typeface="Calibri" panose="020F0502020204030204" pitchFamily="34" charset="0"/>
              <a:ea typeface="Calibri" panose="020F0502020204030204" pitchFamily="34" charset="0"/>
              <a:cs typeface="Calibri" panose="020F0502020204030204" pitchFamily="34" charset="0"/>
            </a:endParaRPr>
          </a:p>
          <a:p>
            <a:pPr marL="742950" indent="-285750">
              <a:lnSpc>
                <a:spcPct val="100000"/>
              </a:lnSpc>
              <a:buClr>
                <a:schemeClr val="accent6">
                  <a:lumMod val="20000"/>
                  <a:lumOff val="80000"/>
                </a:schemeClr>
              </a:buClr>
            </a:pPr>
            <a:r>
              <a:rPr lang="en-US" sz="1700">
                <a:solidFill>
                  <a:srgbClr val="FBFFD9"/>
                </a:solidFill>
                <a:latin typeface="Calibri"/>
                <a:ea typeface="Calibri"/>
                <a:cs typeface="Calibri"/>
              </a:rPr>
              <a:t>Provides the instructor with the ability to upload assignments to </a:t>
            </a:r>
            <a:r>
              <a:rPr lang="en-US" sz="1700" err="1">
                <a:solidFill>
                  <a:srgbClr val="FBFFD9"/>
                </a:solidFill>
                <a:latin typeface="Calibri"/>
                <a:ea typeface="Calibri"/>
                <a:cs typeface="Calibri"/>
              </a:rPr>
              <a:t>EduSense</a:t>
            </a:r>
            <a:r>
              <a:rPr lang="en-US" sz="1700">
                <a:solidFill>
                  <a:srgbClr val="FBFFD9"/>
                </a:solidFill>
                <a:latin typeface="Calibri"/>
                <a:ea typeface="Calibri"/>
                <a:cs typeface="Calibri"/>
              </a:rPr>
              <a:t>. </a:t>
            </a:r>
            <a:endParaRPr lang="en-US" sz="1700">
              <a:latin typeface="Calibri"/>
              <a:ea typeface="Calibri"/>
              <a:cs typeface="Calibri"/>
            </a:endParaRPr>
          </a:p>
          <a:p>
            <a:pPr marL="742950" indent="-285750">
              <a:lnSpc>
                <a:spcPct val="100000"/>
              </a:lnSpc>
              <a:buClr>
                <a:schemeClr val="accent6">
                  <a:lumMod val="20000"/>
                  <a:lumOff val="80000"/>
                </a:schemeClr>
              </a:buClr>
            </a:pPr>
            <a:endParaRPr lang="en-US" sz="1700">
              <a:solidFill>
                <a:srgbClr val="FBFFD9"/>
              </a:solidFill>
              <a:latin typeface="Calibri" panose="020F0502020204030204" pitchFamily="34" charset="0"/>
              <a:ea typeface="Calibri" panose="020F0502020204030204" pitchFamily="34" charset="0"/>
              <a:cs typeface="Calibri" panose="020F0502020204030204" pitchFamily="34" charset="0"/>
            </a:endParaRPr>
          </a:p>
          <a:p>
            <a:pPr marL="742950" indent="-285750">
              <a:lnSpc>
                <a:spcPct val="100000"/>
              </a:lnSpc>
              <a:buClr>
                <a:schemeClr val="accent6">
                  <a:lumMod val="20000"/>
                  <a:lumOff val="80000"/>
                </a:schemeClr>
              </a:buClr>
            </a:pPr>
            <a:r>
              <a:rPr lang="en-US" sz="1700">
                <a:solidFill>
                  <a:srgbClr val="FBFFD9"/>
                </a:solidFill>
                <a:latin typeface="Calibri"/>
                <a:ea typeface="Calibri"/>
                <a:cs typeface="Calibri"/>
              </a:rPr>
              <a:t>Integrates with learning platforms such as Canvas to better guide students.</a:t>
            </a:r>
          </a:p>
          <a:p>
            <a:pPr indent="0">
              <a:lnSpc>
                <a:spcPct val="100000"/>
              </a:lnSpc>
              <a:buNone/>
            </a:pPr>
            <a:br>
              <a:rPr lang="en-US">
                <a:latin typeface="Calibri"/>
                <a:ea typeface="Calibri"/>
              </a:rPr>
            </a:br>
            <a:endParaRPr lang="en-US">
              <a:solidFill>
                <a:srgbClr val="FBFFD9"/>
              </a:solidFill>
              <a:latin typeface="Calibri"/>
              <a:ea typeface="Calibri"/>
            </a:endParaRPr>
          </a:p>
        </p:txBody>
      </p:sp>
      <p:sp>
        <p:nvSpPr>
          <p:cNvPr id="14" name="Slide Number Placeholder 13">
            <a:extLst>
              <a:ext uri="{FF2B5EF4-FFF2-40B4-BE49-F238E27FC236}">
                <a16:creationId xmlns:a16="http://schemas.microsoft.com/office/drawing/2014/main" id="{4A245C60-6AA6-0CC2-4B3E-7EE84E63CDEB}"/>
              </a:ext>
            </a:extLst>
          </p:cNvPr>
          <p:cNvSpPr>
            <a:spLocks noGrp="1"/>
          </p:cNvSpPr>
          <p:nvPr>
            <p:ph type="sldNum" idx="12"/>
          </p:nvPr>
        </p:nvSpPr>
        <p:spPr>
          <a:xfrm>
            <a:off x="8595439" y="4750027"/>
            <a:ext cx="548700" cy="393600"/>
          </a:xfrm>
        </p:spPr>
        <p:txBody>
          <a:bodyPr/>
          <a:lstStyle/>
          <a:p>
            <a:fld id="{00000000-1234-1234-1234-123412341234}" type="slidenum">
              <a:rPr lang="en"/>
              <a:t>11</a:t>
            </a:fld>
            <a:endParaRPr lang="en-GB"/>
          </a:p>
        </p:txBody>
      </p:sp>
      <p:sp>
        <p:nvSpPr>
          <p:cNvPr id="18" name="Rectangle 17">
            <a:extLst>
              <a:ext uri="{FF2B5EF4-FFF2-40B4-BE49-F238E27FC236}">
                <a16:creationId xmlns:a16="http://schemas.microsoft.com/office/drawing/2014/main" id="{D840401C-0728-FF96-E16D-B428226D58AE}"/>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D9D438ED-EF8A-4EDD-2B0A-7E60E4B7CBFF}"/>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Tree>
    <p:extLst>
      <p:ext uri="{BB962C8B-B14F-4D97-AF65-F5344CB8AC3E}">
        <p14:creationId xmlns:p14="http://schemas.microsoft.com/office/powerpoint/2010/main" val="41007912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65">
          <a:extLst>
            <a:ext uri="{FF2B5EF4-FFF2-40B4-BE49-F238E27FC236}">
              <a16:creationId xmlns:a16="http://schemas.microsoft.com/office/drawing/2014/main" id="{D82725C3-7442-9E27-8252-1B9E33EFA49E}"/>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5AA4EB7A-492E-CED1-8960-FF427D550620}"/>
              </a:ext>
            </a:extLst>
          </p:cNvPr>
          <p:cNvGrpSpPr/>
          <p:nvPr/>
        </p:nvGrpSpPr>
        <p:grpSpPr>
          <a:xfrm>
            <a:off x="1262" y="-142"/>
            <a:ext cx="9146016" cy="5141405"/>
            <a:chOff x="1263" y="-142"/>
            <a:chExt cx="10058400" cy="914401"/>
          </a:xfrm>
        </p:grpSpPr>
        <p:sp>
          <p:nvSpPr>
            <p:cNvPr id="3" name="Rectangle 2">
              <a:extLst>
                <a:ext uri="{FF2B5EF4-FFF2-40B4-BE49-F238E27FC236}">
                  <a16:creationId xmlns:a16="http://schemas.microsoft.com/office/drawing/2014/main" id="{3F5C6479-A9F7-CC05-AA34-360A8F1179B5}"/>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F6D34D9F-C21A-79F7-5D3C-8AF575415E0C}"/>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FB328FA6-088F-C781-F2A5-1AE36FA529EA}"/>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22B9BB2-ACE9-C9FE-ED06-A51AA6B496E4}"/>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5D18946-F8C4-5E75-BA2C-673626C8D118}"/>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48411BBA-3FC9-406D-B2B8-E0F5A3CC7D6D}"/>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Rectangle 10">
            <a:extLst>
              <a:ext uri="{FF2B5EF4-FFF2-40B4-BE49-F238E27FC236}">
                <a16:creationId xmlns:a16="http://schemas.microsoft.com/office/drawing/2014/main" id="{C6DFE6FB-C96B-C882-566F-30A2D99795E0}"/>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BD77A04D-1D89-38D4-9DA3-959EDD0C7FAB}"/>
              </a:ext>
            </a:extLst>
          </p:cNvPr>
          <p:cNvSpPr/>
          <p:nvPr/>
        </p:nvSpPr>
        <p:spPr>
          <a:xfrm>
            <a:off x="454139" y="341831"/>
            <a:ext cx="8237349" cy="4062493"/>
          </a:xfrm>
          <a:prstGeom prst="rect">
            <a:avLst/>
          </a:prstGeom>
          <a:solidFill>
            <a:srgbClr val="126E2A"/>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Google Shape;66;p15">
            <a:extLst>
              <a:ext uri="{FF2B5EF4-FFF2-40B4-BE49-F238E27FC236}">
                <a16:creationId xmlns:a16="http://schemas.microsoft.com/office/drawing/2014/main" id="{1242A37C-FC0B-331A-E220-4F329EA74815}"/>
              </a:ext>
            </a:extLst>
          </p:cNvPr>
          <p:cNvSpPr txBox="1">
            <a:spLocks noGrp="1"/>
          </p:cNvSpPr>
          <p:nvPr>
            <p:ph type="title"/>
          </p:nvPr>
        </p:nvSpPr>
        <p:spPr>
          <a:xfrm>
            <a:off x="440509" y="446935"/>
            <a:ext cx="8520600" cy="572700"/>
          </a:xfrm>
          <a:prstGeom prst="rect">
            <a:avLst/>
          </a:prstGeom>
        </p:spPr>
        <p:txBody>
          <a:bodyPr spcFirstLastPara="1" wrap="square" lIns="91425" tIns="91425" rIns="91425" bIns="91425" anchor="t" anchorCtr="0">
            <a:normAutofit fontScale="90000"/>
          </a:bodyPr>
          <a:lstStyle/>
          <a:p>
            <a:r>
              <a:rPr lang="en">
                <a:solidFill>
                  <a:schemeClr val="accent6">
                    <a:lumMod val="20000"/>
                    <a:lumOff val="80000"/>
                  </a:schemeClr>
                </a:solidFill>
                <a:latin typeface="Fairwater Script"/>
              </a:rPr>
              <a:t>What It Won't Do</a:t>
            </a:r>
            <a:endParaRPr>
              <a:solidFill>
                <a:schemeClr val="accent6">
                  <a:lumMod val="20000"/>
                  <a:lumOff val="80000"/>
                </a:schemeClr>
              </a:solidFill>
              <a:latin typeface="Fairwater Script"/>
            </a:endParaRPr>
          </a:p>
        </p:txBody>
      </p:sp>
      <p:sp>
        <p:nvSpPr>
          <p:cNvPr id="67" name="Google Shape;67;p15">
            <a:extLst>
              <a:ext uri="{FF2B5EF4-FFF2-40B4-BE49-F238E27FC236}">
                <a16:creationId xmlns:a16="http://schemas.microsoft.com/office/drawing/2014/main" id="{B0F2F177-0B1A-E0A5-81B6-5FE538E877A5}"/>
              </a:ext>
            </a:extLst>
          </p:cNvPr>
          <p:cNvSpPr txBox="1">
            <a:spLocks noGrp="1"/>
          </p:cNvSpPr>
          <p:nvPr>
            <p:ph type="body" idx="1"/>
          </p:nvPr>
        </p:nvSpPr>
        <p:spPr>
          <a:xfrm>
            <a:off x="227118" y="964785"/>
            <a:ext cx="7773901" cy="3488741"/>
          </a:xfrm>
          <a:prstGeom prst="rect">
            <a:avLst/>
          </a:prstGeom>
        </p:spPr>
        <p:txBody>
          <a:bodyPr spcFirstLastPara="1" wrap="square" lIns="91425" tIns="91425" rIns="91425" bIns="91425" anchor="t" anchorCtr="0">
            <a:noAutofit/>
          </a:bodyPr>
          <a:lstStyle/>
          <a:p>
            <a:pPr marL="742950" indent="-285750">
              <a:lnSpc>
                <a:spcPct val="100000"/>
              </a:lnSpc>
              <a:buClr>
                <a:schemeClr val="accent6">
                  <a:lumMod val="20000"/>
                  <a:lumOff val="80000"/>
                </a:schemeClr>
              </a:buClr>
            </a:pPr>
            <a:r>
              <a:rPr lang="en-US">
                <a:solidFill>
                  <a:srgbClr val="FBFFD9"/>
                </a:solidFill>
                <a:latin typeface="Calibri"/>
                <a:ea typeface="Calibri"/>
              </a:rPr>
              <a:t>Provide direct answers to assignment questions.</a:t>
            </a:r>
            <a:endParaRPr lang="en-US">
              <a:solidFill>
                <a:srgbClr val="FBFFD9"/>
              </a:solidFill>
              <a:latin typeface="Calibri"/>
            </a:endParaRPr>
          </a:p>
          <a:p>
            <a:pPr marL="742950" indent="-285750">
              <a:lnSpc>
                <a:spcPct val="100000"/>
              </a:lnSpc>
              <a:buClr>
                <a:schemeClr val="accent6">
                  <a:lumMod val="20000"/>
                  <a:lumOff val="80000"/>
                </a:schemeClr>
              </a:buClr>
            </a:pPr>
            <a:endParaRPr lang="en-US">
              <a:solidFill>
                <a:srgbClr val="FBFFD9"/>
              </a:solidFill>
              <a:latin typeface="Calibri"/>
              <a:ea typeface="Calibri"/>
            </a:endParaRPr>
          </a:p>
          <a:p>
            <a:pPr marL="742950" indent="-285750">
              <a:lnSpc>
                <a:spcPct val="100000"/>
              </a:lnSpc>
              <a:buClr>
                <a:schemeClr val="accent6">
                  <a:lumMod val="20000"/>
                  <a:lumOff val="80000"/>
                </a:schemeClr>
              </a:buClr>
            </a:pPr>
            <a:r>
              <a:rPr lang="en-US">
                <a:solidFill>
                  <a:srgbClr val="FBFFD9"/>
                </a:solidFill>
                <a:latin typeface="Calibri"/>
                <a:ea typeface="Calibri"/>
              </a:rPr>
              <a:t>Replace the need for student effort and critical thinking.</a:t>
            </a:r>
            <a:endParaRPr lang="en-US">
              <a:solidFill>
                <a:srgbClr val="FBFFD9"/>
              </a:solidFill>
              <a:latin typeface="Calibri"/>
            </a:endParaRPr>
          </a:p>
          <a:p>
            <a:pPr marL="742950" indent="-285750">
              <a:lnSpc>
                <a:spcPct val="100000"/>
              </a:lnSpc>
              <a:buClr>
                <a:schemeClr val="accent6">
                  <a:lumMod val="20000"/>
                  <a:lumOff val="80000"/>
                </a:schemeClr>
              </a:buClr>
            </a:pPr>
            <a:endParaRPr lang="en-US">
              <a:solidFill>
                <a:srgbClr val="FBFFD9"/>
              </a:solidFill>
              <a:latin typeface="Calibri"/>
              <a:ea typeface="Calibri"/>
            </a:endParaRPr>
          </a:p>
          <a:p>
            <a:pPr marL="742950" indent="-285750">
              <a:lnSpc>
                <a:spcPct val="100000"/>
              </a:lnSpc>
              <a:buClr>
                <a:srgbClr val="FCFFD9"/>
              </a:buClr>
            </a:pPr>
            <a:r>
              <a:rPr lang="en-US">
                <a:solidFill>
                  <a:srgbClr val="FBFFD9"/>
                </a:solidFill>
                <a:latin typeface="Calibri"/>
                <a:ea typeface="Calibri"/>
                <a:cs typeface="Calibri"/>
              </a:rPr>
              <a:t>Diminish guardrails put in place by an LLM's originator.</a:t>
            </a:r>
            <a:endParaRPr lang="en-US"/>
          </a:p>
          <a:p>
            <a:pPr marL="800100">
              <a:lnSpc>
                <a:spcPct val="100000"/>
              </a:lnSpc>
              <a:buAutoNum type="arabicPeriod"/>
            </a:pPr>
            <a:endParaRPr lang="en-US">
              <a:solidFill>
                <a:srgbClr val="FBFFD9"/>
              </a:solidFill>
              <a:latin typeface="Calibri"/>
              <a:ea typeface="Calibri"/>
            </a:endParaRPr>
          </a:p>
        </p:txBody>
      </p:sp>
      <p:sp>
        <p:nvSpPr>
          <p:cNvPr id="14" name="Slide Number Placeholder 13">
            <a:extLst>
              <a:ext uri="{FF2B5EF4-FFF2-40B4-BE49-F238E27FC236}">
                <a16:creationId xmlns:a16="http://schemas.microsoft.com/office/drawing/2014/main" id="{007C8B2C-F91F-52E9-3077-523E873CBB58}"/>
              </a:ext>
            </a:extLst>
          </p:cNvPr>
          <p:cNvSpPr>
            <a:spLocks noGrp="1"/>
          </p:cNvSpPr>
          <p:nvPr>
            <p:ph type="sldNum" idx="12"/>
          </p:nvPr>
        </p:nvSpPr>
        <p:spPr>
          <a:xfrm>
            <a:off x="8595439" y="4750027"/>
            <a:ext cx="548700" cy="393600"/>
          </a:xfrm>
        </p:spPr>
        <p:txBody>
          <a:bodyPr/>
          <a:lstStyle/>
          <a:p>
            <a:fld id="{00000000-1234-1234-1234-123412341234}" type="slidenum">
              <a:rPr lang="en"/>
              <a:t>12</a:t>
            </a:fld>
            <a:endParaRPr lang="en-GB"/>
          </a:p>
        </p:txBody>
      </p:sp>
      <p:sp>
        <p:nvSpPr>
          <p:cNvPr id="16" name="Rectangle 15">
            <a:extLst>
              <a:ext uri="{FF2B5EF4-FFF2-40B4-BE49-F238E27FC236}">
                <a16:creationId xmlns:a16="http://schemas.microsoft.com/office/drawing/2014/main" id="{88AEB06C-42DB-F812-7BC7-DE44CBEF0225}"/>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B25F4157-5359-CD4A-0DBA-418468B3BFC1}"/>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Tree>
    <p:extLst>
      <p:ext uri="{BB962C8B-B14F-4D97-AF65-F5344CB8AC3E}">
        <p14:creationId xmlns:p14="http://schemas.microsoft.com/office/powerpoint/2010/main" val="3302224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119"/>
        <p:cNvGrpSpPr/>
        <p:nvPr/>
      </p:nvGrpSpPr>
      <p:grpSpPr>
        <a:xfrm>
          <a:off x="0" y="0"/>
          <a:ext cx="0" cy="0"/>
          <a:chOff x="0" y="0"/>
          <a:chExt cx="0" cy="0"/>
        </a:xfrm>
      </p:grpSpPr>
      <p:grpSp>
        <p:nvGrpSpPr>
          <p:cNvPr id="11" name="Group 10">
            <a:extLst>
              <a:ext uri="{FF2B5EF4-FFF2-40B4-BE49-F238E27FC236}">
                <a16:creationId xmlns:a16="http://schemas.microsoft.com/office/drawing/2014/main" id="{F802C22A-74DF-0F2A-412E-3AAEEB7DB57F}"/>
              </a:ext>
            </a:extLst>
          </p:cNvPr>
          <p:cNvGrpSpPr/>
          <p:nvPr/>
        </p:nvGrpSpPr>
        <p:grpSpPr>
          <a:xfrm>
            <a:off x="1261" y="-142"/>
            <a:ext cx="9146016" cy="5141405"/>
            <a:chOff x="1263" y="-142"/>
            <a:chExt cx="10058400" cy="914401"/>
          </a:xfrm>
        </p:grpSpPr>
        <p:sp>
          <p:nvSpPr>
            <p:cNvPr id="5" name="Rectangle 4">
              <a:extLst>
                <a:ext uri="{FF2B5EF4-FFF2-40B4-BE49-F238E27FC236}">
                  <a16:creationId xmlns:a16="http://schemas.microsoft.com/office/drawing/2014/main" id="{C3383D01-E938-8BB4-B078-38C9B0FF4993}"/>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6C78A822-34E6-4E61-9FE6-363B9CCD1F93}"/>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ADF6454D-430F-5458-1EC0-30315C0C1D6A}"/>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D3FC91E9-C9C7-242A-10B8-4122ED6C7C16}"/>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A7952F37-A8DC-6AE6-0996-C36B4C9A8D28}"/>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FAD6454A-0063-6403-4FFD-33DC20D69784}"/>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3" name="Rectangle 12">
            <a:extLst>
              <a:ext uri="{FF2B5EF4-FFF2-40B4-BE49-F238E27FC236}">
                <a16:creationId xmlns:a16="http://schemas.microsoft.com/office/drawing/2014/main" id="{3B98F5DA-DDE8-4D3E-2692-B8B8E7F17F26}"/>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658C8DCC-B77A-0F10-5A6C-AD8698F31B0F}"/>
              </a:ext>
            </a:extLst>
          </p:cNvPr>
          <p:cNvSpPr/>
          <p:nvPr/>
        </p:nvSpPr>
        <p:spPr>
          <a:xfrm>
            <a:off x="445347" y="341831"/>
            <a:ext cx="8237349" cy="4062493"/>
          </a:xfrm>
          <a:prstGeom prst="rect">
            <a:avLst/>
          </a:prstGeom>
          <a:solidFill>
            <a:schemeClr val="bg1"/>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Google Shape;120;p24"/>
          <p:cNvSpPr txBox="1">
            <a:spLocks noGrp="1"/>
          </p:cNvSpPr>
          <p:nvPr>
            <p:ph type="title"/>
          </p:nvPr>
        </p:nvSpPr>
        <p:spPr>
          <a:xfrm>
            <a:off x="456384" y="3525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a:solidFill>
                  <a:srgbClr val="4285F4"/>
                </a:solidFill>
                <a:latin typeface="Fairwater Script"/>
              </a:rPr>
              <a:t>Competition Matrix</a:t>
            </a:r>
          </a:p>
        </p:txBody>
      </p:sp>
      <p:graphicFrame>
        <p:nvGraphicFramePr>
          <p:cNvPr id="2" name="Table 1">
            <a:extLst>
              <a:ext uri="{FF2B5EF4-FFF2-40B4-BE49-F238E27FC236}">
                <a16:creationId xmlns:a16="http://schemas.microsoft.com/office/drawing/2014/main" id="{7689ACD4-5BB9-6F4E-3356-13E69658FF8A}"/>
              </a:ext>
            </a:extLst>
          </p:cNvPr>
          <p:cNvGraphicFramePr>
            <a:graphicFrameLocks noGrp="1"/>
          </p:cNvGraphicFramePr>
          <p:nvPr>
            <p:extLst>
              <p:ext uri="{D42A27DB-BD31-4B8C-83A1-F6EECF244321}">
                <p14:modId xmlns:p14="http://schemas.microsoft.com/office/powerpoint/2010/main" val="682574749"/>
              </p:ext>
            </p:extLst>
          </p:nvPr>
        </p:nvGraphicFramePr>
        <p:xfrm>
          <a:off x="469902" y="816258"/>
          <a:ext cx="8192115" cy="3615508"/>
        </p:xfrm>
        <a:graphic>
          <a:graphicData uri="http://schemas.openxmlformats.org/drawingml/2006/table">
            <a:tbl>
              <a:tblPr firstRow="1" bandRow="1">
                <a:tableStyleId>{5C22544A-7EE6-4342-B048-85BDC9FD1C3A}</a:tableStyleId>
              </a:tblPr>
              <a:tblGrid>
                <a:gridCol w="4097234">
                  <a:extLst>
                    <a:ext uri="{9D8B030D-6E8A-4147-A177-3AD203B41FA5}">
                      <a16:colId xmlns:a16="http://schemas.microsoft.com/office/drawing/2014/main" val="2373340410"/>
                    </a:ext>
                  </a:extLst>
                </a:gridCol>
                <a:gridCol w="1261432">
                  <a:extLst>
                    <a:ext uri="{9D8B030D-6E8A-4147-A177-3AD203B41FA5}">
                      <a16:colId xmlns:a16="http://schemas.microsoft.com/office/drawing/2014/main" val="849560174"/>
                    </a:ext>
                  </a:extLst>
                </a:gridCol>
                <a:gridCol w="762721">
                  <a:extLst>
                    <a:ext uri="{9D8B030D-6E8A-4147-A177-3AD203B41FA5}">
                      <a16:colId xmlns:a16="http://schemas.microsoft.com/office/drawing/2014/main" val="3591542038"/>
                    </a:ext>
                  </a:extLst>
                </a:gridCol>
                <a:gridCol w="935393">
                  <a:extLst>
                    <a:ext uri="{9D8B030D-6E8A-4147-A177-3AD203B41FA5}">
                      <a16:colId xmlns:a16="http://schemas.microsoft.com/office/drawing/2014/main" val="3327846040"/>
                    </a:ext>
                  </a:extLst>
                </a:gridCol>
                <a:gridCol w="1135335">
                  <a:extLst>
                    <a:ext uri="{9D8B030D-6E8A-4147-A177-3AD203B41FA5}">
                      <a16:colId xmlns:a16="http://schemas.microsoft.com/office/drawing/2014/main" val="3687387321"/>
                    </a:ext>
                  </a:extLst>
                </a:gridCol>
              </a:tblGrid>
              <a:tr h="834938">
                <a:tc>
                  <a:txBody>
                    <a:bodyPr/>
                    <a:lstStyle/>
                    <a:p>
                      <a:pPr algn="ctr"/>
                      <a:r>
                        <a:rPr lang="en-US" sz="1600">
                          <a:latin typeface="Calibri"/>
                        </a:rPr>
                        <a:t>Function</a:t>
                      </a:r>
                    </a:p>
                  </a:txBody>
                  <a:tcPr marL="45720" marR="45720" anchor="ctr"/>
                </a:tc>
                <a:tc>
                  <a:txBody>
                    <a:bodyPr/>
                    <a:lstStyle/>
                    <a:p>
                      <a:pPr algn="ctr"/>
                      <a:r>
                        <a:rPr lang="en-US" sz="1600" err="1">
                          <a:latin typeface="Calibri"/>
                        </a:rPr>
                        <a:t>EduSense</a:t>
                      </a:r>
                    </a:p>
                  </a:txBody>
                  <a:tcPr marL="45720" marR="45720" anchor="ctr"/>
                </a:tc>
                <a:tc>
                  <a:txBody>
                    <a:bodyPr/>
                    <a:lstStyle/>
                    <a:p>
                      <a:pPr algn="ctr"/>
                      <a:r>
                        <a:rPr lang="en-US" sz="1600">
                          <a:latin typeface="Calibri"/>
                        </a:rPr>
                        <a:t>Chegg</a:t>
                      </a:r>
                    </a:p>
                  </a:txBody>
                  <a:tcPr marL="45720" marR="45720" anchor="ctr"/>
                </a:tc>
                <a:tc>
                  <a:txBody>
                    <a:bodyPr/>
                    <a:lstStyle/>
                    <a:p>
                      <a:pPr lvl="0" algn="ctr">
                        <a:buNone/>
                      </a:pPr>
                      <a:r>
                        <a:rPr lang="en-US" sz="1600">
                          <a:latin typeface="Calibri"/>
                        </a:rPr>
                        <a:t>ChatGPT</a:t>
                      </a:r>
                    </a:p>
                  </a:txBody>
                  <a:tcPr marL="45720" marR="45720" anchor="ctr"/>
                </a:tc>
                <a:tc>
                  <a:txBody>
                    <a:bodyPr/>
                    <a:lstStyle/>
                    <a:p>
                      <a:pPr lvl="0" algn="ctr">
                        <a:buNone/>
                      </a:pPr>
                      <a:r>
                        <a:rPr lang="en-US" sz="1600">
                          <a:latin typeface="Calibri"/>
                        </a:rPr>
                        <a:t>Google's AI Overview</a:t>
                      </a:r>
                    </a:p>
                  </a:txBody>
                  <a:tcPr marL="45720" marR="45720" anchor="ctr"/>
                </a:tc>
                <a:extLst>
                  <a:ext uri="{0D108BD9-81ED-4DB2-BD59-A6C34878D82A}">
                    <a16:rowId xmlns:a16="http://schemas.microsoft.com/office/drawing/2014/main" val="2464610267"/>
                  </a:ext>
                </a:extLst>
              </a:tr>
              <a:tr h="386046">
                <a:tc>
                  <a:txBody>
                    <a:bodyPr/>
                    <a:lstStyle/>
                    <a:p>
                      <a:pPr algn="l"/>
                      <a:r>
                        <a:rPr lang="en-US" sz="1350" b="1">
                          <a:latin typeface="Calibri"/>
                        </a:rPr>
                        <a:t>Explains how the solution was achieved</a:t>
                      </a:r>
                    </a:p>
                  </a:txBody>
                  <a:tcPr marL="45720" marR="45720" anchor="ctr"/>
                </a:tc>
                <a:tc>
                  <a:txBody>
                    <a:bodyPr/>
                    <a:lstStyle/>
                    <a:p>
                      <a:pPr lvl="0" algn="ctr">
                        <a:buNone/>
                      </a:pPr>
                      <a:r>
                        <a:rPr lang="en-US" sz="1350" u="none" strike="noStrike" noProof="0">
                          <a:solidFill>
                            <a:srgbClr val="001D35"/>
                          </a:solidFill>
                          <a:latin typeface="Calibri"/>
                        </a:rPr>
                        <a:t>✓</a:t>
                      </a:r>
                      <a:endParaRPr lang="en-US" sz="1350">
                        <a:latin typeface="Calibri"/>
                      </a:endParaRPr>
                    </a:p>
                  </a:txBody>
                  <a:tcPr marL="45720" marR="45720" anchor="ctr"/>
                </a:tc>
                <a:tc>
                  <a:txBody>
                    <a:bodyPr/>
                    <a:lstStyle/>
                    <a:p>
                      <a:pPr lvl="0" algn="ctr">
                        <a:buNone/>
                      </a:pPr>
                      <a:r>
                        <a:rPr lang="en-US" sz="1350" u="none" strike="noStrike" noProof="0">
                          <a:solidFill>
                            <a:srgbClr val="001D35"/>
                          </a:solidFill>
                          <a:latin typeface="Calibri"/>
                        </a:rPr>
                        <a:t>✓</a:t>
                      </a:r>
                      <a:endParaRPr lang="en-US" sz="1350">
                        <a:latin typeface="Calibri"/>
                      </a:endParaRPr>
                    </a:p>
                  </a:txBody>
                  <a:tcPr marL="45720" marR="45720" anchor="ctr"/>
                </a:tc>
                <a:tc>
                  <a:txBody>
                    <a:bodyPr/>
                    <a:lstStyle/>
                    <a:p>
                      <a:pPr lvl="0" algn="ctr">
                        <a:buNone/>
                      </a:pPr>
                      <a:r>
                        <a:rPr lang="en-US" sz="1350" u="none" strike="noStrike" noProof="0">
                          <a:solidFill>
                            <a:srgbClr val="001D35"/>
                          </a:solidFill>
                          <a:latin typeface="Calibri"/>
                        </a:rPr>
                        <a:t>✓</a:t>
                      </a:r>
                      <a:endParaRPr lang="en-US" sz="1350">
                        <a:latin typeface="Calibri"/>
                      </a:endParaRPr>
                    </a:p>
                  </a:txBody>
                  <a:tcPr marL="45720" marR="45720" anchor="ctr"/>
                </a:tc>
                <a:tc>
                  <a:txBody>
                    <a:bodyPr/>
                    <a:lstStyle/>
                    <a:p>
                      <a:pPr lvl="0" algn="ctr">
                        <a:buNone/>
                      </a:pPr>
                      <a:r>
                        <a:rPr lang="en-US" sz="1400" b="0" i="0" u="none" strike="noStrike" noProof="0">
                          <a:solidFill>
                            <a:srgbClr val="001D35"/>
                          </a:solidFill>
                          <a:latin typeface="Calibri"/>
                        </a:rPr>
                        <a:t>✓</a:t>
                      </a:r>
                      <a:endParaRPr lang="en-US"/>
                    </a:p>
                  </a:txBody>
                  <a:tcPr marL="45720" marR="45720" anchor="ctr"/>
                </a:tc>
                <a:extLst>
                  <a:ext uri="{0D108BD9-81ED-4DB2-BD59-A6C34878D82A}">
                    <a16:rowId xmlns:a16="http://schemas.microsoft.com/office/drawing/2014/main" val="3349205645"/>
                  </a:ext>
                </a:extLst>
              </a:tr>
              <a:tr h="520714">
                <a:tc>
                  <a:txBody>
                    <a:bodyPr/>
                    <a:lstStyle/>
                    <a:p>
                      <a:pPr lvl="0" algn="l">
                        <a:buNone/>
                      </a:pPr>
                      <a:r>
                        <a:rPr lang="en-US" sz="1400" b="1" i="0" u="none" strike="noStrike" noProof="0">
                          <a:latin typeface="Calibri"/>
                        </a:rPr>
                        <a:t>Saves user history for review</a:t>
                      </a:r>
                      <a:endParaRPr lang="en-US"/>
                    </a:p>
                  </a:txBody>
                  <a:tcPr marL="45720" marR="45720" anchor="ctr"/>
                </a:tc>
                <a:tc>
                  <a:txBody>
                    <a:bodyPr/>
                    <a:lstStyle/>
                    <a:p>
                      <a:pPr lvl="0" algn="ctr">
                        <a:buNone/>
                      </a:pPr>
                      <a:r>
                        <a:rPr lang="en-US" sz="1350" u="none" strike="noStrike" noProof="0">
                          <a:solidFill>
                            <a:srgbClr val="001D35"/>
                          </a:solidFill>
                          <a:latin typeface="Calibri"/>
                        </a:rPr>
                        <a:t>✓</a:t>
                      </a:r>
                      <a:endParaRPr lang="en-US" sz="1350">
                        <a:latin typeface="Calibri"/>
                      </a:endParaRPr>
                    </a:p>
                  </a:txBody>
                  <a:tcPr marL="45720" marR="45720" anchor="ctr"/>
                </a:tc>
                <a:tc>
                  <a:txBody>
                    <a:bodyPr/>
                    <a:lstStyle/>
                    <a:p>
                      <a:pPr lvl="0" algn="ctr">
                        <a:lnSpc>
                          <a:spcPct val="100000"/>
                        </a:lnSpc>
                        <a:spcBef>
                          <a:spcPts val="0"/>
                        </a:spcBef>
                        <a:spcAft>
                          <a:spcPts val="0"/>
                        </a:spcAft>
                        <a:buNone/>
                      </a:pPr>
                      <a:r>
                        <a:rPr lang="en-US" sz="1400" b="0" i="0" u="none" strike="noStrike" noProof="0">
                          <a:solidFill>
                            <a:srgbClr val="001D35"/>
                          </a:solidFill>
                          <a:latin typeface="Calibri"/>
                        </a:rPr>
                        <a:t>✓</a:t>
                      </a:r>
                      <a:endParaRPr lang="en-US" sz="1400" b="0" i="0" u="none" strike="noStrike" noProof="0">
                        <a:latin typeface="Calibri"/>
                      </a:endParaRPr>
                    </a:p>
                  </a:txBody>
                  <a:tcPr marL="45720" marR="45720" anchor="ctr"/>
                </a:tc>
                <a:tc>
                  <a:txBody>
                    <a:bodyPr/>
                    <a:lstStyle/>
                    <a:p>
                      <a:pPr lvl="0" algn="ctr">
                        <a:lnSpc>
                          <a:spcPct val="100000"/>
                        </a:lnSpc>
                        <a:spcBef>
                          <a:spcPts val="0"/>
                        </a:spcBef>
                        <a:spcAft>
                          <a:spcPts val="0"/>
                        </a:spcAft>
                        <a:buNone/>
                      </a:pPr>
                      <a:r>
                        <a:rPr lang="en-US" sz="1400" b="0" i="0" u="none" strike="noStrike" noProof="0">
                          <a:solidFill>
                            <a:srgbClr val="001D35"/>
                          </a:solidFill>
                          <a:latin typeface="Calibri"/>
                        </a:rPr>
                        <a:t>✓</a:t>
                      </a:r>
                      <a:endParaRPr lang="en-US" sz="1400" b="0" i="0" u="none" strike="noStrike" noProof="0">
                        <a:latin typeface="Calibri"/>
                      </a:endParaRPr>
                    </a:p>
                  </a:txBody>
                  <a:tcPr marL="45720" marR="45720" anchor="ctr"/>
                </a:tc>
                <a:tc>
                  <a:txBody>
                    <a:bodyPr/>
                    <a:lstStyle/>
                    <a:p>
                      <a:pPr lvl="0" algn="ctr">
                        <a:buNone/>
                      </a:pPr>
                      <a:endParaRPr lang="en-US" sz="1350">
                        <a:latin typeface="Calibri"/>
                      </a:endParaRPr>
                    </a:p>
                  </a:txBody>
                  <a:tcPr marL="45720" marR="45720" anchor="ctr"/>
                </a:tc>
                <a:extLst>
                  <a:ext uri="{0D108BD9-81ED-4DB2-BD59-A6C34878D82A}">
                    <a16:rowId xmlns:a16="http://schemas.microsoft.com/office/drawing/2014/main" val="314378684"/>
                  </a:ext>
                </a:extLst>
              </a:tr>
              <a:tr h="583558">
                <a:tc>
                  <a:txBody>
                    <a:bodyPr/>
                    <a:lstStyle/>
                    <a:p>
                      <a:pPr lvl="0" algn="l">
                        <a:buNone/>
                      </a:pPr>
                      <a:r>
                        <a:rPr lang="en-US" sz="1400" b="1" i="0" u="none" strike="noStrike" noProof="0">
                          <a:latin typeface="Calibri"/>
                        </a:rPr>
                        <a:t>Integrates with learning platforms to better assist students and instructors</a:t>
                      </a:r>
                      <a:endParaRPr lang="en-US"/>
                    </a:p>
                  </a:txBody>
                  <a:tcPr marL="45720" marR="45720" anchor="ctr"/>
                </a:tc>
                <a:tc>
                  <a:txBody>
                    <a:bodyPr/>
                    <a:lstStyle/>
                    <a:p>
                      <a:pPr lvl="0" algn="ctr">
                        <a:buNone/>
                      </a:pPr>
                      <a:r>
                        <a:rPr lang="en-US" sz="1350" u="none" strike="noStrike" noProof="0">
                          <a:solidFill>
                            <a:srgbClr val="001D35"/>
                          </a:solidFill>
                          <a:latin typeface="Calibri"/>
                        </a:rPr>
                        <a:t>✓</a:t>
                      </a:r>
                      <a:endParaRPr lang="en-US" sz="1350">
                        <a:latin typeface="Calibri"/>
                      </a:endParaRPr>
                    </a:p>
                  </a:txBody>
                  <a:tcPr marL="45720" marR="45720" anchor="ctr"/>
                </a:tc>
                <a:tc>
                  <a:txBody>
                    <a:bodyPr/>
                    <a:lstStyle/>
                    <a:p>
                      <a:pPr lvl="0" algn="ctr">
                        <a:buNone/>
                      </a:pPr>
                      <a:endParaRPr lang="en-US" sz="1350">
                        <a:latin typeface="Calibri"/>
                      </a:endParaRPr>
                    </a:p>
                  </a:txBody>
                  <a:tcPr marL="45720" marR="45720" anchor="ctr"/>
                </a:tc>
                <a:tc>
                  <a:txBody>
                    <a:bodyPr/>
                    <a:lstStyle/>
                    <a:p>
                      <a:pPr lvl="0" algn="ctr">
                        <a:buNone/>
                      </a:pPr>
                      <a:endParaRPr lang="en-US" sz="1350">
                        <a:latin typeface="Calibri"/>
                      </a:endParaRPr>
                    </a:p>
                  </a:txBody>
                  <a:tcPr marL="45720" marR="45720" anchor="ctr"/>
                </a:tc>
                <a:tc>
                  <a:txBody>
                    <a:bodyPr/>
                    <a:lstStyle/>
                    <a:p>
                      <a:pPr lvl="0" algn="ctr">
                        <a:buNone/>
                      </a:pPr>
                      <a:endParaRPr lang="en-US" sz="1350">
                        <a:latin typeface="Calibri"/>
                      </a:endParaRPr>
                    </a:p>
                  </a:txBody>
                  <a:tcPr marL="45720" marR="45720" anchor="ctr"/>
                </a:tc>
                <a:extLst>
                  <a:ext uri="{0D108BD9-81ED-4DB2-BD59-A6C34878D82A}">
                    <a16:rowId xmlns:a16="http://schemas.microsoft.com/office/drawing/2014/main" val="2032653348"/>
                  </a:ext>
                </a:extLst>
              </a:tr>
              <a:tr h="386046">
                <a:tc>
                  <a:txBody>
                    <a:bodyPr/>
                    <a:lstStyle/>
                    <a:p>
                      <a:pPr lvl="0" algn="l">
                        <a:buNone/>
                      </a:pPr>
                      <a:r>
                        <a:rPr lang="en-US" sz="1350" b="1">
                          <a:latin typeface="Calibri"/>
                        </a:rPr>
                        <a:t>Provides external links to more information</a:t>
                      </a:r>
                    </a:p>
                  </a:txBody>
                  <a:tcPr marL="45720" marR="45720" anchor="ctr"/>
                </a:tc>
                <a:tc>
                  <a:txBody>
                    <a:bodyPr/>
                    <a:lstStyle/>
                    <a:p>
                      <a:pPr lvl="0" algn="ctr">
                        <a:buNone/>
                      </a:pPr>
                      <a:r>
                        <a:rPr lang="en-US" sz="1400" b="0" i="0" u="none" strike="noStrike" noProof="0">
                          <a:solidFill>
                            <a:srgbClr val="001D35"/>
                          </a:solidFill>
                          <a:latin typeface="Calibri"/>
                        </a:rPr>
                        <a:t>✓</a:t>
                      </a:r>
                      <a:endParaRPr lang="en-US"/>
                    </a:p>
                  </a:txBody>
                  <a:tcPr marL="45720" marR="45720" anchor="ctr"/>
                </a:tc>
                <a:tc>
                  <a:txBody>
                    <a:bodyPr/>
                    <a:lstStyle/>
                    <a:p>
                      <a:pPr lvl="0" algn="ctr">
                        <a:buNone/>
                      </a:pPr>
                      <a:endParaRPr lang="en-US" sz="1350">
                        <a:latin typeface="Calibri"/>
                      </a:endParaRPr>
                    </a:p>
                  </a:txBody>
                  <a:tcPr marL="45720" marR="45720" anchor="ctr"/>
                </a:tc>
                <a:tc>
                  <a:txBody>
                    <a:bodyPr/>
                    <a:lstStyle/>
                    <a:p>
                      <a:pPr lvl="0" algn="ctr">
                        <a:buNone/>
                      </a:pPr>
                      <a:r>
                        <a:rPr lang="en-US" sz="1350" u="none" strike="noStrike" noProof="0">
                          <a:solidFill>
                            <a:srgbClr val="001D35"/>
                          </a:solidFill>
                          <a:latin typeface="Calibri"/>
                        </a:rPr>
                        <a:t>✓</a:t>
                      </a:r>
                      <a:endParaRPr lang="en-US" sz="1350">
                        <a:latin typeface="Calibri"/>
                      </a:endParaRPr>
                    </a:p>
                  </a:txBody>
                  <a:tcPr marL="45720" marR="45720" anchor="ctr"/>
                </a:tc>
                <a:tc>
                  <a:txBody>
                    <a:bodyPr/>
                    <a:lstStyle/>
                    <a:p>
                      <a:pPr lvl="0" algn="ctr">
                        <a:buNone/>
                      </a:pPr>
                      <a:r>
                        <a:rPr lang="en-US" sz="1350" u="none" strike="noStrike" noProof="0">
                          <a:solidFill>
                            <a:srgbClr val="001D35"/>
                          </a:solidFill>
                          <a:latin typeface="Calibri"/>
                        </a:rPr>
                        <a:t>✓</a:t>
                      </a:r>
                      <a:endParaRPr lang="en-US" sz="1350">
                        <a:latin typeface="Calibri"/>
                      </a:endParaRPr>
                    </a:p>
                  </a:txBody>
                  <a:tcPr marL="45720" marR="45720" anchor="ctr"/>
                </a:tc>
                <a:extLst>
                  <a:ext uri="{0D108BD9-81ED-4DB2-BD59-A6C34878D82A}">
                    <a16:rowId xmlns:a16="http://schemas.microsoft.com/office/drawing/2014/main" val="4180150724"/>
                  </a:ext>
                </a:extLst>
              </a:tr>
              <a:tr h="386046">
                <a:tc>
                  <a:txBody>
                    <a:bodyPr/>
                    <a:lstStyle/>
                    <a:p>
                      <a:pPr lvl="0" algn="l">
                        <a:lnSpc>
                          <a:spcPct val="100000"/>
                        </a:lnSpc>
                        <a:spcBef>
                          <a:spcPts val="0"/>
                        </a:spcBef>
                        <a:spcAft>
                          <a:spcPts val="0"/>
                        </a:spcAft>
                        <a:buNone/>
                      </a:pPr>
                      <a:r>
                        <a:rPr lang="en-US" sz="1400" b="1" i="0" u="none" strike="noStrike" noProof="0">
                          <a:latin typeface="Calibri"/>
                        </a:rPr>
                        <a:t>Guides the user with leading prompts based on the desired answer</a:t>
                      </a:r>
                      <a:endParaRPr lang="en-US"/>
                    </a:p>
                  </a:txBody>
                  <a:tcPr marL="45720" marR="45720" anchor="ctr"/>
                </a:tc>
                <a:tc>
                  <a:txBody>
                    <a:bodyPr/>
                    <a:lstStyle/>
                    <a:p>
                      <a:pPr lvl="0" algn="ctr">
                        <a:buNone/>
                      </a:pPr>
                      <a:r>
                        <a:rPr lang="en-US" sz="1350" u="none" strike="noStrike" noProof="0">
                          <a:solidFill>
                            <a:srgbClr val="001D35"/>
                          </a:solidFill>
                          <a:latin typeface="Calibri"/>
                        </a:rPr>
                        <a:t>✓</a:t>
                      </a:r>
                      <a:endParaRPr lang="en-US" sz="1350">
                        <a:latin typeface="Calibri"/>
                      </a:endParaRPr>
                    </a:p>
                  </a:txBody>
                  <a:tcPr marL="45720" marR="45720" anchor="ctr"/>
                </a:tc>
                <a:tc>
                  <a:txBody>
                    <a:bodyPr/>
                    <a:lstStyle/>
                    <a:p>
                      <a:pPr lvl="0" algn="ctr">
                        <a:buNone/>
                      </a:pPr>
                      <a:endParaRPr lang="en-US" sz="1350" u="none" strike="noStrike" noProof="0">
                        <a:solidFill>
                          <a:srgbClr val="001D35"/>
                        </a:solidFill>
                        <a:latin typeface="Calibri"/>
                      </a:endParaRPr>
                    </a:p>
                  </a:txBody>
                  <a:tcPr marL="45720" marR="45720" anchor="ctr"/>
                </a:tc>
                <a:tc>
                  <a:txBody>
                    <a:bodyPr/>
                    <a:lstStyle/>
                    <a:p>
                      <a:pPr lvl="0" algn="ctr">
                        <a:buNone/>
                      </a:pPr>
                      <a:endParaRPr lang="en-US" sz="1350" u="none" strike="noStrike" noProof="0">
                        <a:solidFill>
                          <a:srgbClr val="001D35"/>
                        </a:solidFill>
                        <a:latin typeface="Calibri"/>
                      </a:endParaRPr>
                    </a:p>
                  </a:txBody>
                  <a:tcPr marL="45720" marR="45720" anchor="ctr"/>
                </a:tc>
                <a:tc>
                  <a:txBody>
                    <a:bodyPr/>
                    <a:lstStyle/>
                    <a:p>
                      <a:pPr lvl="0" algn="ctr">
                        <a:buNone/>
                      </a:pPr>
                      <a:endParaRPr lang="en-US" sz="1350">
                        <a:latin typeface="Calibri"/>
                      </a:endParaRPr>
                    </a:p>
                  </a:txBody>
                  <a:tcPr marL="45720" marR="45720" anchor="ctr"/>
                </a:tc>
                <a:extLst>
                  <a:ext uri="{0D108BD9-81ED-4DB2-BD59-A6C34878D82A}">
                    <a16:rowId xmlns:a16="http://schemas.microsoft.com/office/drawing/2014/main" val="4028188523"/>
                  </a:ext>
                </a:extLst>
              </a:tr>
              <a:tr h="386046">
                <a:tc>
                  <a:txBody>
                    <a:bodyPr/>
                    <a:lstStyle/>
                    <a:p>
                      <a:pPr lvl="0" algn="l">
                        <a:buNone/>
                      </a:pPr>
                      <a:r>
                        <a:rPr lang="en-US" sz="1350" b="1">
                          <a:latin typeface="Calibri"/>
                        </a:rPr>
                        <a:t>Improve Student Problem-Solving and Critical Thinking</a:t>
                      </a:r>
                    </a:p>
                  </a:txBody>
                  <a:tcPr marL="45720" marR="45720" anchor="ctr"/>
                </a:tc>
                <a:tc>
                  <a:txBody>
                    <a:bodyPr/>
                    <a:lstStyle/>
                    <a:p>
                      <a:pPr lvl="0" algn="ctr">
                        <a:buNone/>
                      </a:pPr>
                      <a:r>
                        <a:rPr lang="en-US" sz="1400" b="0" i="0" u="none" strike="noStrike" noProof="0">
                          <a:solidFill>
                            <a:srgbClr val="001D35"/>
                          </a:solidFill>
                          <a:latin typeface="Calibri"/>
                        </a:rPr>
                        <a:t>✓</a:t>
                      </a:r>
                      <a:endParaRPr lang="en-US"/>
                    </a:p>
                  </a:txBody>
                  <a:tcPr marL="45720" marR="45720" anchor="ctr"/>
                </a:tc>
                <a:tc>
                  <a:txBody>
                    <a:bodyPr/>
                    <a:lstStyle/>
                    <a:p>
                      <a:pPr lvl="0" algn="ctr">
                        <a:buNone/>
                      </a:pPr>
                      <a:endParaRPr lang="en-US" sz="1350" u="none" strike="noStrike" noProof="0">
                        <a:solidFill>
                          <a:srgbClr val="001D35"/>
                        </a:solidFill>
                        <a:latin typeface="Calibri"/>
                      </a:endParaRPr>
                    </a:p>
                  </a:txBody>
                  <a:tcPr marL="45720" marR="45720" anchor="ctr"/>
                </a:tc>
                <a:tc>
                  <a:txBody>
                    <a:bodyPr/>
                    <a:lstStyle/>
                    <a:p>
                      <a:pPr lvl="0" algn="ctr">
                        <a:buNone/>
                      </a:pPr>
                      <a:endParaRPr lang="en-US" sz="1350" u="none" strike="noStrike" noProof="0">
                        <a:solidFill>
                          <a:srgbClr val="001D35"/>
                        </a:solidFill>
                        <a:latin typeface="Calibri"/>
                      </a:endParaRPr>
                    </a:p>
                  </a:txBody>
                  <a:tcPr marL="45720" marR="45720" anchor="ctr"/>
                </a:tc>
                <a:tc>
                  <a:txBody>
                    <a:bodyPr/>
                    <a:lstStyle/>
                    <a:p>
                      <a:pPr lvl="0" algn="ctr">
                        <a:buNone/>
                      </a:pPr>
                      <a:endParaRPr lang="en-US" sz="1350">
                        <a:latin typeface="Calibri"/>
                      </a:endParaRPr>
                    </a:p>
                  </a:txBody>
                  <a:tcPr marL="45720" marR="45720" anchor="ctr"/>
                </a:tc>
                <a:extLst>
                  <a:ext uri="{0D108BD9-81ED-4DB2-BD59-A6C34878D82A}">
                    <a16:rowId xmlns:a16="http://schemas.microsoft.com/office/drawing/2014/main" val="3720768301"/>
                  </a:ext>
                </a:extLst>
              </a:tr>
            </a:tbl>
          </a:graphicData>
        </a:graphic>
      </p:graphicFrame>
      <p:sp>
        <p:nvSpPr>
          <p:cNvPr id="3" name="Slide Number Placeholder 2">
            <a:extLst>
              <a:ext uri="{FF2B5EF4-FFF2-40B4-BE49-F238E27FC236}">
                <a16:creationId xmlns:a16="http://schemas.microsoft.com/office/drawing/2014/main" id="{51F54013-531B-7CFE-B8B7-B5712E7E41F3}"/>
              </a:ext>
            </a:extLst>
          </p:cNvPr>
          <p:cNvSpPr>
            <a:spLocks noGrp="1"/>
          </p:cNvSpPr>
          <p:nvPr>
            <p:ph type="sldNum" idx="12"/>
          </p:nvPr>
        </p:nvSpPr>
        <p:spPr>
          <a:xfrm>
            <a:off x="8595439" y="4750027"/>
            <a:ext cx="548700" cy="393600"/>
          </a:xfrm>
        </p:spPr>
        <p:txBody>
          <a:bodyPr/>
          <a:lstStyle/>
          <a:p>
            <a:fld id="{00000000-1234-1234-1234-123412341234}" type="slidenum">
              <a:rPr lang="en"/>
              <a:t>13</a:t>
            </a:fld>
            <a:endParaRPr lang="en-GB"/>
          </a:p>
        </p:txBody>
      </p:sp>
      <p:sp>
        <p:nvSpPr>
          <p:cNvPr id="12" name="Rectangle 11">
            <a:extLst>
              <a:ext uri="{FF2B5EF4-FFF2-40B4-BE49-F238E27FC236}">
                <a16:creationId xmlns:a16="http://schemas.microsoft.com/office/drawing/2014/main" id="{4548B7FE-40EE-F724-1375-790FB77F15A8}"/>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7E62232D-60CD-CB12-D757-A33D7ED268E2}"/>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125"/>
        <p:cNvGrpSpPr/>
        <p:nvPr/>
      </p:nvGrpSpPr>
      <p:grpSpPr>
        <a:xfrm>
          <a:off x="0" y="0"/>
          <a:ext cx="0" cy="0"/>
          <a:chOff x="0" y="0"/>
          <a:chExt cx="0" cy="0"/>
        </a:xfrm>
      </p:grpSpPr>
      <p:grpSp>
        <p:nvGrpSpPr>
          <p:cNvPr id="10" name="Group 9">
            <a:extLst>
              <a:ext uri="{FF2B5EF4-FFF2-40B4-BE49-F238E27FC236}">
                <a16:creationId xmlns:a16="http://schemas.microsoft.com/office/drawing/2014/main" id="{EAFA80F5-851E-71D6-9AF2-FBA34B76715D}"/>
              </a:ext>
            </a:extLst>
          </p:cNvPr>
          <p:cNvGrpSpPr/>
          <p:nvPr/>
        </p:nvGrpSpPr>
        <p:grpSpPr>
          <a:xfrm>
            <a:off x="1260" y="-142"/>
            <a:ext cx="9146016" cy="5141405"/>
            <a:chOff x="1263" y="-142"/>
            <a:chExt cx="10058400" cy="914401"/>
          </a:xfrm>
        </p:grpSpPr>
        <p:sp>
          <p:nvSpPr>
            <p:cNvPr id="4" name="Rectangle 3">
              <a:extLst>
                <a:ext uri="{FF2B5EF4-FFF2-40B4-BE49-F238E27FC236}">
                  <a16:creationId xmlns:a16="http://schemas.microsoft.com/office/drawing/2014/main" id="{882D6043-7D09-CD6D-4333-EC321D5616F3}"/>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0B616102-2B39-2D1B-D7F1-B8A198775B42}"/>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FC4DB128-73BA-8580-1821-8E9E50088C90}"/>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337A37D1-BCF5-9752-02AE-B07238DC9861}"/>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9B37782B-6104-8CD0-968B-DCE90407EF20}"/>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13C9C4F4-BAF9-5389-56D9-A5EBEE949B4E}"/>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2" name="Rectangle 11">
            <a:extLst>
              <a:ext uri="{FF2B5EF4-FFF2-40B4-BE49-F238E27FC236}">
                <a16:creationId xmlns:a16="http://schemas.microsoft.com/office/drawing/2014/main" id="{744E40C3-A27C-904B-48E9-6ADA9F85B746}"/>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ABADF194-A52B-4A12-1877-D3B379920E15}"/>
              </a:ext>
            </a:extLst>
          </p:cNvPr>
          <p:cNvSpPr/>
          <p:nvPr/>
        </p:nvSpPr>
        <p:spPr>
          <a:xfrm>
            <a:off x="454139" y="341831"/>
            <a:ext cx="8237349" cy="4062493"/>
          </a:xfrm>
          <a:prstGeom prst="rect">
            <a:avLst/>
          </a:prstGeom>
          <a:solidFill>
            <a:schemeClr val="bg1"/>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6" name="Google Shape;126;p25"/>
          <p:cNvSpPr txBox="1">
            <a:spLocks noGrp="1"/>
          </p:cNvSpPr>
          <p:nvPr>
            <p:ph type="title"/>
          </p:nvPr>
        </p:nvSpPr>
        <p:spPr>
          <a:xfrm>
            <a:off x="449057" y="353953"/>
            <a:ext cx="8520600" cy="565374"/>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US" b="1">
                <a:solidFill>
                  <a:srgbClr val="4285F4"/>
                </a:solidFill>
                <a:latin typeface="Fairwater Script"/>
              </a:rPr>
              <a:t>Development Tools</a:t>
            </a:r>
          </a:p>
          <a:p>
            <a:pPr marL="0" lvl="0" indent="0" algn="l" rtl="0">
              <a:spcBef>
                <a:spcPts val="0"/>
              </a:spcBef>
              <a:spcAft>
                <a:spcPts val="0"/>
              </a:spcAft>
              <a:buClr>
                <a:schemeClr val="dk1"/>
              </a:buClr>
              <a:buSzPct val="39285"/>
              <a:buFont typeface="Arial"/>
              <a:buNone/>
            </a:pPr>
            <a:endParaRPr lang="en-US" b="1">
              <a:solidFill>
                <a:srgbClr val="4285F4"/>
              </a:solidFill>
              <a:latin typeface="Fairwater Script"/>
            </a:endParaRPr>
          </a:p>
          <a:p>
            <a:pPr marL="0" lvl="0" indent="0" algn="l" rtl="0">
              <a:spcBef>
                <a:spcPts val="0"/>
              </a:spcBef>
              <a:spcAft>
                <a:spcPts val="0"/>
              </a:spcAft>
              <a:buNone/>
            </a:pPr>
            <a:endParaRPr lang="en-US" b="1">
              <a:solidFill>
                <a:srgbClr val="4285F4"/>
              </a:solidFill>
              <a:latin typeface="Fairwater Script"/>
            </a:endParaRPr>
          </a:p>
        </p:txBody>
      </p:sp>
      <p:sp>
        <p:nvSpPr>
          <p:cNvPr id="2" name="Slide Number Placeholder 1">
            <a:extLst>
              <a:ext uri="{FF2B5EF4-FFF2-40B4-BE49-F238E27FC236}">
                <a16:creationId xmlns:a16="http://schemas.microsoft.com/office/drawing/2014/main" id="{B57FF51B-FACC-419C-6587-F116ADB64B48}"/>
              </a:ext>
            </a:extLst>
          </p:cNvPr>
          <p:cNvSpPr>
            <a:spLocks noGrp="1"/>
          </p:cNvSpPr>
          <p:nvPr>
            <p:ph type="sldNum" idx="12"/>
          </p:nvPr>
        </p:nvSpPr>
        <p:spPr>
          <a:xfrm>
            <a:off x="8591071" y="4749481"/>
            <a:ext cx="548700" cy="393600"/>
          </a:xfrm>
        </p:spPr>
        <p:txBody>
          <a:bodyPr/>
          <a:lstStyle/>
          <a:p>
            <a:fld id="{00000000-1234-1234-1234-123412341234}" type="slidenum">
              <a:rPr lang="en"/>
              <a:t>14</a:t>
            </a:fld>
            <a:endParaRPr lang="en-GB"/>
          </a:p>
        </p:txBody>
      </p:sp>
      <p:sp>
        <p:nvSpPr>
          <p:cNvPr id="11" name="Rectangle 10">
            <a:extLst>
              <a:ext uri="{FF2B5EF4-FFF2-40B4-BE49-F238E27FC236}">
                <a16:creationId xmlns:a16="http://schemas.microsoft.com/office/drawing/2014/main" id="{90F78635-0654-3546-B0B0-F71D75C6450D}"/>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graphicFrame>
        <p:nvGraphicFramePr>
          <p:cNvPr id="13" name="Table 12">
            <a:extLst>
              <a:ext uri="{FF2B5EF4-FFF2-40B4-BE49-F238E27FC236}">
                <a16:creationId xmlns:a16="http://schemas.microsoft.com/office/drawing/2014/main" id="{273171C5-6CCA-998A-D621-563C84C8905F}"/>
              </a:ext>
            </a:extLst>
          </p:cNvPr>
          <p:cNvGraphicFramePr>
            <a:graphicFrameLocks noGrp="1"/>
          </p:cNvGraphicFramePr>
          <p:nvPr>
            <p:extLst>
              <p:ext uri="{D42A27DB-BD31-4B8C-83A1-F6EECF244321}">
                <p14:modId xmlns:p14="http://schemas.microsoft.com/office/powerpoint/2010/main" val="2331037058"/>
              </p:ext>
            </p:extLst>
          </p:nvPr>
        </p:nvGraphicFramePr>
        <p:xfrm>
          <a:off x="506801" y="1002820"/>
          <a:ext cx="8142357" cy="3359448"/>
        </p:xfrm>
        <a:graphic>
          <a:graphicData uri="http://schemas.openxmlformats.org/drawingml/2006/table">
            <a:tbl>
              <a:tblPr firstRow="1" bandRow="1">
                <a:tableStyleId>{5C22544A-7EE6-4342-B048-85BDC9FD1C3A}</a:tableStyleId>
              </a:tblPr>
              <a:tblGrid>
                <a:gridCol w="2290806">
                  <a:extLst>
                    <a:ext uri="{9D8B030D-6E8A-4147-A177-3AD203B41FA5}">
                      <a16:colId xmlns:a16="http://schemas.microsoft.com/office/drawing/2014/main" val="2373340410"/>
                    </a:ext>
                  </a:extLst>
                </a:gridCol>
                <a:gridCol w="5851551">
                  <a:extLst>
                    <a:ext uri="{9D8B030D-6E8A-4147-A177-3AD203B41FA5}">
                      <a16:colId xmlns:a16="http://schemas.microsoft.com/office/drawing/2014/main" val="849560174"/>
                    </a:ext>
                  </a:extLst>
                </a:gridCol>
              </a:tblGrid>
              <a:tr h="419931">
                <a:tc>
                  <a:txBody>
                    <a:bodyPr/>
                    <a:lstStyle/>
                    <a:p>
                      <a:pPr algn="ctr"/>
                      <a:r>
                        <a:rPr lang="en-US" sz="1600">
                          <a:latin typeface="Calibri"/>
                        </a:rPr>
                        <a:t>Development Space</a:t>
                      </a:r>
                    </a:p>
                  </a:txBody>
                  <a:tcPr anchor="ctr"/>
                </a:tc>
                <a:tc>
                  <a:txBody>
                    <a:bodyPr/>
                    <a:lstStyle/>
                    <a:p>
                      <a:pPr algn="ctr"/>
                      <a:r>
                        <a:rPr lang="en-US" sz="1600">
                          <a:latin typeface="Calibri"/>
                        </a:rPr>
                        <a:t>Tool</a:t>
                      </a:r>
                    </a:p>
                  </a:txBody>
                  <a:tcPr anchor="ctr"/>
                </a:tc>
                <a:extLst>
                  <a:ext uri="{0D108BD9-81ED-4DB2-BD59-A6C34878D82A}">
                    <a16:rowId xmlns:a16="http://schemas.microsoft.com/office/drawing/2014/main" val="2464610267"/>
                  </a:ext>
                </a:extLst>
              </a:tr>
              <a:tr h="419931">
                <a:tc>
                  <a:txBody>
                    <a:bodyPr/>
                    <a:lstStyle/>
                    <a:p>
                      <a:pPr algn="l"/>
                      <a:r>
                        <a:rPr lang="en-US" sz="1350" b="1">
                          <a:latin typeface="Calibri"/>
                        </a:rPr>
                        <a:t>Frontend</a:t>
                      </a:r>
                    </a:p>
                  </a:txBody>
                  <a:tcPr anchor="ctr"/>
                </a:tc>
                <a:tc>
                  <a:txBody>
                    <a:bodyPr/>
                    <a:lstStyle/>
                    <a:p>
                      <a:pPr lvl="0" algn="l">
                        <a:buNone/>
                      </a:pPr>
                      <a:r>
                        <a:rPr lang="en-US" sz="1350" u="none" strike="noStrike" noProof="0">
                          <a:solidFill>
                            <a:srgbClr val="001D35"/>
                          </a:solidFill>
                          <a:latin typeface="Calibri"/>
                        </a:rPr>
                        <a:t>HTML, CSS, JavaScript and React</a:t>
                      </a:r>
                    </a:p>
                  </a:txBody>
                  <a:tcPr anchor="ctr"/>
                </a:tc>
                <a:extLst>
                  <a:ext uri="{0D108BD9-81ED-4DB2-BD59-A6C34878D82A}">
                    <a16:rowId xmlns:a16="http://schemas.microsoft.com/office/drawing/2014/main" val="3349205645"/>
                  </a:ext>
                </a:extLst>
              </a:tr>
              <a:tr h="419931">
                <a:tc>
                  <a:txBody>
                    <a:bodyPr/>
                    <a:lstStyle/>
                    <a:p>
                      <a:pPr lvl="0" algn="l">
                        <a:buNone/>
                      </a:pPr>
                      <a:r>
                        <a:rPr lang="en-US" sz="1350" b="1">
                          <a:latin typeface="Calibri"/>
                        </a:rPr>
                        <a:t>Backend</a:t>
                      </a:r>
                    </a:p>
                  </a:txBody>
                  <a:tcPr anchor="ctr"/>
                </a:tc>
                <a:tc>
                  <a:txBody>
                    <a:bodyPr/>
                    <a:lstStyle/>
                    <a:p>
                      <a:pPr lvl="0" algn="l">
                        <a:buNone/>
                      </a:pPr>
                      <a:r>
                        <a:rPr lang="en-US" sz="1350" u="none" strike="noStrike" noProof="0">
                          <a:solidFill>
                            <a:srgbClr val="001D35"/>
                          </a:solidFill>
                          <a:latin typeface="Calibri"/>
                        </a:rPr>
                        <a:t>Python (Django) </a:t>
                      </a:r>
                    </a:p>
                  </a:txBody>
                  <a:tcPr anchor="ctr"/>
                </a:tc>
                <a:extLst>
                  <a:ext uri="{0D108BD9-81ED-4DB2-BD59-A6C34878D82A}">
                    <a16:rowId xmlns:a16="http://schemas.microsoft.com/office/drawing/2014/main" val="314378684"/>
                  </a:ext>
                </a:extLst>
              </a:tr>
              <a:tr h="419931">
                <a:tc>
                  <a:txBody>
                    <a:bodyPr/>
                    <a:lstStyle/>
                    <a:p>
                      <a:pPr lvl="0" algn="l">
                        <a:buNone/>
                      </a:pPr>
                      <a:r>
                        <a:rPr lang="en-US" sz="1350" b="1">
                          <a:latin typeface="Calibri"/>
                        </a:rPr>
                        <a:t>Database</a:t>
                      </a:r>
                    </a:p>
                  </a:txBody>
                  <a:tcPr anchor="ctr"/>
                </a:tc>
                <a:tc>
                  <a:txBody>
                    <a:bodyPr/>
                    <a:lstStyle/>
                    <a:p>
                      <a:pPr lvl="0" algn="l">
                        <a:buNone/>
                      </a:pPr>
                      <a:r>
                        <a:rPr lang="en-US" sz="1350" u="none" strike="noStrike" noProof="0">
                          <a:solidFill>
                            <a:srgbClr val="001D35"/>
                          </a:solidFill>
                          <a:latin typeface="Calibri"/>
                        </a:rPr>
                        <a:t>PostgreSQL</a:t>
                      </a:r>
                    </a:p>
                  </a:txBody>
                  <a:tcPr anchor="ctr"/>
                </a:tc>
                <a:extLst>
                  <a:ext uri="{0D108BD9-81ED-4DB2-BD59-A6C34878D82A}">
                    <a16:rowId xmlns:a16="http://schemas.microsoft.com/office/drawing/2014/main" val="2032653348"/>
                  </a:ext>
                </a:extLst>
              </a:tr>
              <a:tr h="419931">
                <a:tc>
                  <a:txBody>
                    <a:bodyPr/>
                    <a:lstStyle/>
                    <a:p>
                      <a:pPr lvl="0" algn="l">
                        <a:buNone/>
                      </a:pPr>
                      <a:r>
                        <a:rPr lang="en-US" sz="1350" b="1">
                          <a:latin typeface="Calibri"/>
                        </a:rPr>
                        <a:t>Testing Framework</a:t>
                      </a:r>
                    </a:p>
                  </a:txBody>
                  <a:tcPr anchor="ctr"/>
                </a:tc>
                <a:tc>
                  <a:txBody>
                    <a:bodyPr/>
                    <a:lstStyle/>
                    <a:p>
                      <a:pPr lvl="0" algn="l">
                        <a:buNone/>
                      </a:pPr>
                      <a:r>
                        <a:rPr lang="en-US" sz="1350" u="none" strike="noStrike" noProof="0" err="1">
                          <a:solidFill>
                            <a:srgbClr val="001D35"/>
                          </a:solidFill>
                          <a:latin typeface="Calibri"/>
                        </a:rPr>
                        <a:t>PyTest</a:t>
                      </a:r>
                      <a:r>
                        <a:rPr lang="en-US" sz="1350" u="none" strike="noStrike" noProof="0">
                          <a:solidFill>
                            <a:srgbClr val="001D35"/>
                          </a:solidFill>
                          <a:latin typeface="Calibri"/>
                        </a:rPr>
                        <a:t> (Python), Jest (JavaScript)</a:t>
                      </a:r>
                    </a:p>
                  </a:txBody>
                  <a:tcPr anchor="ctr"/>
                </a:tc>
                <a:extLst>
                  <a:ext uri="{0D108BD9-81ED-4DB2-BD59-A6C34878D82A}">
                    <a16:rowId xmlns:a16="http://schemas.microsoft.com/office/drawing/2014/main" val="4180150724"/>
                  </a:ext>
                </a:extLst>
              </a:tr>
              <a:tr h="419931">
                <a:tc>
                  <a:txBody>
                    <a:bodyPr/>
                    <a:lstStyle/>
                    <a:p>
                      <a:pPr lvl="0" algn="l">
                        <a:buNone/>
                      </a:pPr>
                      <a:r>
                        <a:rPr lang="en-US" sz="1350" b="1">
                          <a:latin typeface="Calibri"/>
                        </a:rPr>
                        <a:t>Documentation Tool</a:t>
                      </a:r>
                    </a:p>
                  </a:txBody>
                  <a:tcPr anchor="ctr"/>
                </a:tc>
                <a:tc>
                  <a:txBody>
                    <a:bodyPr/>
                    <a:lstStyle/>
                    <a:p>
                      <a:pPr lvl="0" algn="l">
                        <a:buNone/>
                      </a:pPr>
                      <a:r>
                        <a:rPr lang="en-US" sz="1350" u="none" strike="noStrike" noProof="0" err="1">
                          <a:solidFill>
                            <a:srgbClr val="001D35"/>
                          </a:solidFill>
                          <a:latin typeface="Calibri"/>
                        </a:rPr>
                        <a:t>Pydoc</a:t>
                      </a:r>
                      <a:r>
                        <a:rPr lang="en-US" sz="1350" u="none" strike="noStrike" noProof="0">
                          <a:solidFill>
                            <a:srgbClr val="001D35"/>
                          </a:solidFill>
                          <a:latin typeface="Calibri"/>
                        </a:rPr>
                        <a:t> (Python), </a:t>
                      </a:r>
                      <a:r>
                        <a:rPr lang="en-US" sz="1350" u="none" strike="noStrike" noProof="0" err="1">
                          <a:solidFill>
                            <a:srgbClr val="001D35"/>
                          </a:solidFill>
                          <a:latin typeface="Calibri"/>
                        </a:rPr>
                        <a:t>JSDoc</a:t>
                      </a:r>
                      <a:r>
                        <a:rPr lang="en-US" sz="1350" u="none" strike="noStrike" noProof="0">
                          <a:solidFill>
                            <a:srgbClr val="001D35"/>
                          </a:solidFill>
                          <a:latin typeface="Calibri"/>
                        </a:rPr>
                        <a:t> (JavaScript)</a:t>
                      </a:r>
                    </a:p>
                  </a:txBody>
                  <a:tcPr anchor="ctr"/>
                </a:tc>
                <a:extLst>
                  <a:ext uri="{0D108BD9-81ED-4DB2-BD59-A6C34878D82A}">
                    <a16:rowId xmlns:a16="http://schemas.microsoft.com/office/drawing/2014/main" val="4028188523"/>
                  </a:ext>
                </a:extLst>
              </a:tr>
              <a:tr h="419931">
                <a:tc>
                  <a:txBody>
                    <a:bodyPr/>
                    <a:lstStyle/>
                    <a:p>
                      <a:pPr lvl="0" algn="l">
                        <a:buNone/>
                      </a:pPr>
                      <a:r>
                        <a:rPr lang="en-US" sz="1350" b="1">
                          <a:latin typeface="Calibri"/>
                        </a:rPr>
                        <a:t>LLM Integration</a:t>
                      </a:r>
                    </a:p>
                  </a:txBody>
                  <a:tcPr anchor="ctr"/>
                </a:tc>
                <a:tc>
                  <a:txBody>
                    <a:bodyPr/>
                    <a:lstStyle/>
                    <a:p>
                      <a:pPr lvl="0" algn="l">
                        <a:buNone/>
                      </a:pPr>
                      <a:r>
                        <a:rPr lang="en-US" sz="1350" u="none" strike="noStrike" noProof="0">
                          <a:solidFill>
                            <a:srgbClr val="001D35"/>
                          </a:solidFill>
                          <a:latin typeface="Calibri"/>
                        </a:rPr>
                        <a:t>OpenAI GPT, Claude, Gemini, or </a:t>
                      </a:r>
                      <a:r>
                        <a:rPr lang="en-US" sz="1350" u="none" strike="noStrike" noProof="0" err="1">
                          <a:solidFill>
                            <a:srgbClr val="001D35"/>
                          </a:solidFill>
                          <a:latin typeface="Calibri"/>
                        </a:rPr>
                        <a:t>LLaMa</a:t>
                      </a:r>
                    </a:p>
                  </a:txBody>
                  <a:tcPr anchor="ctr"/>
                </a:tc>
                <a:extLst>
                  <a:ext uri="{0D108BD9-81ED-4DB2-BD59-A6C34878D82A}">
                    <a16:rowId xmlns:a16="http://schemas.microsoft.com/office/drawing/2014/main" val="2653641815"/>
                  </a:ext>
                </a:extLst>
              </a:tr>
              <a:tr h="419931">
                <a:tc>
                  <a:txBody>
                    <a:bodyPr/>
                    <a:lstStyle/>
                    <a:p>
                      <a:pPr lvl="0" algn="l">
                        <a:buNone/>
                      </a:pPr>
                      <a:r>
                        <a:rPr lang="en-US" sz="1350" b="1">
                          <a:latin typeface="Calibri"/>
                        </a:rPr>
                        <a:t>Version Control / CI-CD</a:t>
                      </a:r>
                    </a:p>
                  </a:txBody>
                  <a:tcPr anchor="ctr"/>
                </a:tc>
                <a:tc>
                  <a:txBody>
                    <a:bodyPr/>
                    <a:lstStyle/>
                    <a:p>
                      <a:pPr lvl="0" algn="l">
                        <a:buNone/>
                      </a:pPr>
                      <a:r>
                        <a:rPr lang="en-US" sz="1350" u="none" strike="noStrike" noProof="0">
                          <a:solidFill>
                            <a:srgbClr val="001D35"/>
                          </a:solidFill>
                          <a:latin typeface="Calibri"/>
                        </a:rPr>
                        <a:t>Git, </a:t>
                      </a:r>
                      <a:r>
                        <a:rPr lang="en-US" sz="1350" u="none" strike="noStrike" noProof="0" err="1">
                          <a:solidFill>
                            <a:srgbClr val="001D35"/>
                          </a:solidFill>
                          <a:latin typeface="Calibri"/>
                        </a:rPr>
                        <a:t>Github</a:t>
                      </a:r>
                      <a:r>
                        <a:rPr lang="en-US" sz="1350" u="none" strike="noStrike" noProof="0">
                          <a:solidFill>
                            <a:srgbClr val="001D35"/>
                          </a:solidFill>
                          <a:latin typeface="Calibri"/>
                        </a:rPr>
                        <a:t>, </a:t>
                      </a:r>
                      <a:r>
                        <a:rPr lang="en-US" sz="1350" u="none" strike="noStrike" noProof="0" err="1">
                          <a:solidFill>
                            <a:srgbClr val="001D35"/>
                          </a:solidFill>
                          <a:latin typeface="Calibri"/>
                        </a:rPr>
                        <a:t>Github</a:t>
                      </a:r>
                      <a:r>
                        <a:rPr lang="en-US" sz="1350" u="none" strike="noStrike" noProof="0">
                          <a:solidFill>
                            <a:srgbClr val="001D35"/>
                          </a:solidFill>
                          <a:latin typeface="Calibri"/>
                        </a:rPr>
                        <a:t> Actions, </a:t>
                      </a:r>
                      <a:r>
                        <a:rPr lang="en-US" sz="1350" u="none" strike="noStrike" noProof="0" err="1">
                          <a:solidFill>
                            <a:srgbClr val="001D35"/>
                          </a:solidFill>
                          <a:latin typeface="Calibri"/>
                        </a:rPr>
                        <a:t>Github</a:t>
                      </a:r>
                      <a:r>
                        <a:rPr lang="en-US" sz="1350" u="none" strike="noStrike" noProof="0">
                          <a:solidFill>
                            <a:srgbClr val="001D35"/>
                          </a:solidFill>
                          <a:latin typeface="Calibri"/>
                        </a:rPr>
                        <a:t> Workflows</a:t>
                      </a:r>
                    </a:p>
                  </a:txBody>
                  <a:tcPr anchor="ctr"/>
                </a:tc>
                <a:extLst>
                  <a:ext uri="{0D108BD9-81ED-4DB2-BD59-A6C34878D82A}">
                    <a16:rowId xmlns:a16="http://schemas.microsoft.com/office/drawing/2014/main" val="1079200752"/>
                  </a:ext>
                </a:extLst>
              </a:tr>
            </a:tbl>
          </a:graphicData>
        </a:graphic>
      </p:graphicFrame>
      <p:sp>
        <p:nvSpPr>
          <p:cNvPr id="15" name="TextBox 14">
            <a:extLst>
              <a:ext uri="{FF2B5EF4-FFF2-40B4-BE49-F238E27FC236}">
                <a16:creationId xmlns:a16="http://schemas.microsoft.com/office/drawing/2014/main" id="{6F6E490C-3EB6-93D4-D03A-67886F60363F}"/>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65">
          <a:extLst>
            <a:ext uri="{FF2B5EF4-FFF2-40B4-BE49-F238E27FC236}">
              <a16:creationId xmlns:a16="http://schemas.microsoft.com/office/drawing/2014/main" id="{15931197-1336-41E4-7062-45A8FB6174D9}"/>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57B79F6B-9CF1-B90F-C36B-DE55545A7D27}"/>
              </a:ext>
            </a:extLst>
          </p:cNvPr>
          <p:cNvGrpSpPr/>
          <p:nvPr/>
        </p:nvGrpSpPr>
        <p:grpSpPr>
          <a:xfrm>
            <a:off x="1262" y="-142"/>
            <a:ext cx="9146016" cy="5141405"/>
            <a:chOff x="1263" y="-142"/>
            <a:chExt cx="10058400" cy="914401"/>
          </a:xfrm>
        </p:grpSpPr>
        <p:sp>
          <p:nvSpPr>
            <p:cNvPr id="3" name="Rectangle 2">
              <a:extLst>
                <a:ext uri="{FF2B5EF4-FFF2-40B4-BE49-F238E27FC236}">
                  <a16:creationId xmlns:a16="http://schemas.microsoft.com/office/drawing/2014/main" id="{0719B49B-533E-F89E-C680-87311C154AFE}"/>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BD05EA63-363D-4C5C-90B0-AF565D0D16C6}"/>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043D6F88-6A84-C4A9-9C08-6C4C786EDFF8}"/>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E5E1B9BB-BEC3-5300-2CF3-83626823C773}"/>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07E7291-58F1-B2AF-2E0B-F5157239E30C}"/>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D0AAFA61-FA1E-B8C7-CD20-16F060965392}"/>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Rectangle 10">
            <a:extLst>
              <a:ext uri="{FF2B5EF4-FFF2-40B4-BE49-F238E27FC236}">
                <a16:creationId xmlns:a16="http://schemas.microsoft.com/office/drawing/2014/main" id="{167C698B-B191-B5AF-B522-F6118EF7B45D}"/>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696E260C-5F05-61E5-54E2-CB437CE5BA2A}"/>
              </a:ext>
            </a:extLst>
          </p:cNvPr>
          <p:cNvSpPr/>
          <p:nvPr/>
        </p:nvSpPr>
        <p:spPr>
          <a:xfrm>
            <a:off x="454139" y="341831"/>
            <a:ext cx="8237349" cy="4062493"/>
          </a:xfrm>
          <a:prstGeom prst="rect">
            <a:avLst/>
          </a:prstGeom>
          <a:solidFill>
            <a:srgbClr val="126E2A"/>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Google Shape;66;p15">
            <a:extLst>
              <a:ext uri="{FF2B5EF4-FFF2-40B4-BE49-F238E27FC236}">
                <a16:creationId xmlns:a16="http://schemas.microsoft.com/office/drawing/2014/main" id="{C0418385-C7C5-8A84-3D3D-27CF1742B6F1}"/>
              </a:ext>
            </a:extLst>
          </p:cNvPr>
          <p:cNvSpPr txBox="1">
            <a:spLocks noGrp="1"/>
          </p:cNvSpPr>
          <p:nvPr>
            <p:ph type="title"/>
          </p:nvPr>
        </p:nvSpPr>
        <p:spPr>
          <a:xfrm>
            <a:off x="456384" y="339456"/>
            <a:ext cx="8520600" cy="572700"/>
          </a:xfrm>
          <a:prstGeom prst="rect">
            <a:avLst/>
          </a:prstGeom>
        </p:spPr>
        <p:txBody>
          <a:bodyPr spcFirstLastPara="1" wrap="square" lIns="91425" tIns="91425" rIns="91425" bIns="91425" anchor="t" anchorCtr="0">
            <a:normAutofit fontScale="90000"/>
          </a:bodyPr>
          <a:lstStyle/>
          <a:p>
            <a:r>
              <a:rPr lang="en">
                <a:solidFill>
                  <a:schemeClr val="accent6">
                    <a:lumMod val="20000"/>
                    <a:lumOff val="80000"/>
                  </a:schemeClr>
                </a:solidFill>
                <a:latin typeface="Fairwater Script"/>
              </a:rPr>
              <a:t>Functional Components</a:t>
            </a:r>
            <a:endParaRPr>
              <a:solidFill>
                <a:schemeClr val="accent6">
                  <a:lumMod val="20000"/>
                  <a:lumOff val="80000"/>
                </a:schemeClr>
              </a:solidFill>
              <a:latin typeface="Fairwater Script"/>
            </a:endParaRPr>
          </a:p>
        </p:txBody>
      </p:sp>
      <p:sp>
        <p:nvSpPr>
          <p:cNvPr id="67" name="Google Shape;67;p15">
            <a:extLst>
              <a:ext uri="{FF2B5EF4-FFF2-40B4-BE49-F238E27FC236}">
                <a16:creationId xmlns:a16="http://schemas.microsoft.com/office/drawing/2014/main" id="{C3E0E9C8-E0C6-DE61-1594-6DA83DDAEDF8}"/>
              </a:ext>
            </a:extLst>
          </p:cNvPr>
          <p:cNvSpPr txBox="1">
            <a:spLocks noGrp="1"/>
          </p:cNvSpPr>
          <p:nvPr>
            <p:ph type="body" idx="1"/>
          </p:nvPr>
        </p:nvSpPr>
        <p:spPr>
          <a:xfrm>
            <a:off x="452512" y="894026"/>
            <a:ext cx="7969296" cy="3528428"/>
          </a:xfrm>
          <a:prstGeom prst="rect">
            <a:avLst/>
          </a:prstGeom>
        </p:spPr>
        <p:txBody>
          <a:bodyPr spcFirstLastPara="1" wrap="square" lIns="91425" tIns="91425" rIns="91425" bIns="91425" anchor="t" anchorCtr="0">
            <a:normAutofit/>
          </a:bodyPr>
          <a:lstStyle/>
          <a:p>
            <a:pPr>
              <a:lnSpc>
                <a:spcPct val="100000"/>
              </a:lnSpc>
              <a:buClr>
                <a:schemeClr val="accent6">
                  <a:lumMod val="20000"/>
                  <a:lumOff val="80000"/>
                </a:schemeClr>
              </a:buClr>
            </a:pPr>
            <a:r>
              <a:rPr lang="en-US">
                <a:solidFill>
                  <a:srgbClr val="FBFFD9"/>
                </a:solidFill>
                <a:latin typeface="Calibri"/>
                <a:ea typeface="Calibri"/>
              </a:rPr>
              <a:t>User Authentication</a:t>
            </a:r>
            <a:endParaRPr lang="en-US">
              <a:solidFill>
                <a:srgbClr val="595959"/>
              </a:solidFill>
              <a:ea typeface="Calibri"/>
            </a:endParaRPr>
          </a:p>
          <a:p>
            <a:pPr>
              <a:lnSpc>
                <a:spcPct val="100000"/>
              </a:lnSpc>
              <a:buClr>
                <a:schemeClr val="accent6">
                  <a:lumMod val="20000"/>
                  <a:lumOff val="80000"/>
                </a:schemeClr>
              </a:buClr>
            </a:pPr>
            <a:endParaRPr lang="en-US">
              <a:latin typeface="Calibri"/>
            </a:endParaRPr>
          </a:p>
          <a:p>
            <a:pPr>
              <a:lnSpc>
                <a:spcPct val="100000"/>
              </a:lnSpc>
              <a:buClr>
                <a:schemeClr val="accent6">
                  <a:lumMod val="20000"/>
                  <a:lumOff val="80000"/>
                </a:schemeClr>
              </a:buClr>
            </a:pPr>
            <a:r>
              <a:rPr lang="en-US">
                <a:solidFill>
                  <a:srgbClr val="FBFFD9"/>
                </a:solidFill>
                <a:latin typeface="Calibri"/>
                <a:ea typeface="Calibri"/>
              </a:rPr>
              <a:t>Assignment Management (upload and reference) </a:t>
            </a:r>
            <a:endParaRPr lang="en-US">
              <a:latin typeface="Calibri"/>
            </a:endParaRPr>
          </a:p>
          <a:p>
            <a:pPr>
              <a:lnSpc>
                <a:spcPct val="100000"/>
              </a:lnSpc>
              <a:buClr>
                <a:schemeClr val="accent6">
                  <a:lumMod val="20000"/>
                  <a:lumOff val="80000"/>
                </a:schemeClr>
              </a:buClr>
            </a:pPr>
            <a:endParaRPr lang="en-US">
              <a:solidFill>
                <a:srgbClr val="FBFFD9"/>
              </a:solidFill>
              <a:latin typeface="Calibri"/>
              <a:ea typeface="Calibri"/>
            </a:endParaRPr>
          </a:p>
          <a:p>
            <a:pPr>
              <a:lnSpc>
                <a:spcPct val="100000"/>
              </a:lnSpc>
              <a:buClr>
                <a:schemeClr val="accent6">
                  <a:lumMod val="20000"/>
                  <a:lumOff val="80000"/>
                </a:schemeClr>
              </a:buClr>
            </a:pPr>
            <a:r>
              <a:rPr lang="en-US">
                <a:solidFill>
                  <a:srgbClr val="FBFFD9"/>
                </a:solidFill>
                <a:latin typeface="Calibri"/>
                <a:ea typeface="Calibri"/>
              </a:rPr>
              <a:t>Large Language Model Integration (guidance from an LLM) </a:t>
            </a:r>
            <a:endParaRPr lang="en-US">
              <a:latin typeface="Calibri"/>
            </a:endParaRPr>
          </a:p>
          <a:p>
            <a:pPr>
              <a:lnSpc>
                <a:spcPct val="100000"/>
              </a:lnSpc>
              <a:buClr>
                <a:schemeClr val="accent6">
                  <a:lumMod val="20000"/>
                  <a:lumOff val="80000"/>
                </a:schemeClr>
              </a:buClr>
            </a:pPr>
            <a:endParaRPr lang="en-US">
              <a:solidFill>
                <a:srgbClr val="FBFFD9"/>
              </a:solidFill>
              <a:latin typeface="Calibri"/>
              <a:ea typeface="Calibri"/>
            </a:endParaRPr>
          </a:p>
          <a:p>
            <a:pPr marL="422910" indent="-285750">
              <a:lnSpc>
                <a:spcPct val="100000"/>
              </a:lnSpc>
              <a:buClr>
                <a:schemeClr val="accent6">
                  <a:lumMod val="20000"/>
                  <a:lumOff val="80000"/>
                </a:schemeClr>
              </a:buClr>
            </a:pPr>
            <a:r>
              <a:rPr lang="en-US">
                <a:solidFill>
                  <a:srgbClr val="FBFFD9"/>
                </a:solidFill>
                <a:latin typeface="Calibri"/>
                <a:ea typeface="Calibri"/>
              </a:rPr>
              <a:t>Admin Controls (toggle features)</a:t>
            </a:r>
          </a:p>
        </p:txBody>
      </p:sp>
      <p:sp>
        <p:nvSpPr>
          <p:cNvPr id="2" name="Slide Number Placeholder 1">
            <a:extLst>
              <a:ext uri="{FF2B5EF4-FFF2-40B4-BE49-F238E27FC236}">
                <a16:creationId xmlns:a16="http://schemas.microsoft.com/office/drawing/2014/main" id="{D182B3F5-AFC0-1518-611F-84700FA2D866}"/>
              </a:ext>
            </a:extLst>
          </p:cNvPr>
          <p:cNvSpPr>
            <a:spLocks noGrp="1"/>
          </p:cNvSpPr>
          <p:nvPr>
            <p:ph type="sldNum" idx="12"/>
          </p:nvPr>
        </p:nvSpPr>
        <p:spPr>
          <a:xfrm>
            <a:off x="8595439" y="4750027"/>
            <a:ext cx="548700" cy="393600"/>
          </a:xfrm>
        </p:spPr>
        <p:txBody>
          <a:bodyPr/>
          <a:lstStyle/>
          <a:p>
            <a:fld id="{00000000-1234-1234-1234-123412341234}" type="slidenum">
              <a:rPr lang="en"/>
              <a:t>15</a:t>
            </a:fld>
            <a:endParaRPr lang="en-GB"/>
          </a:p>
        </p:txBody>
      </p:sp>
      <p:sp>
        <p:nvSpPr>
          <p:cNvPr id="12" name="Rectangle 11">
            <a:extLst>
              <a:ext uri="{FF2B5EF4-FFF2-40B4-BE49-F238E27FC236}">
                <a16:creationId xmlns:a16="http://schemas.microsoft.com/office/drawing/2014/main" id="{D8529387-32E2-C515-84B7-23335D3C190C}"/>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F63A1546-5EF0-24D8-1624-443034F04FA2}"/>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Tree>
    <p:extLst>
      <p:ext uri="{BB962C8B-B14F-4D97-AF65-F5344CB8AC3E}">
        <p14:creationId xmlns:p14="http://schemas.microsoft.com/office/powerpoint/2010/main" val="34427250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65">
          <a:extLst>
            <a:ext uri="{FF2B5EF4-FFF2-40B4-BE49-F238E27FC236}">
              <a16:creationId xmlns:a16="http://schemas.microsoft.com/office/drawing/2014/main" id="{3BD1C1E6-EB4C-C675-E395-6B9447B3696D}"/>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367191BD-2B0C-B82B-31C8-88B7B086B554}"/>
              </a:ext>
            </a:extLst>
          </p:cNvPr>
          <p:cNvGrpSpPr/>
          <p:nvPr/>
        </p:nvGrpSpPr>
        <p:grpSpPr>
          <a:xfrm>
            <a:off x="1262" y="-142"/>
            <a:ext cx="9146016" cy="5141405"/>
            <a:chOff x="1263" y="-142"/>
            <a:chExt cx="10058400" cy="914401"/>
          </a:xfrm>
        </p:grpSpPr>
        <p:sp>
          <p:nvSpPr>
            <p:cNvPr id="3" name="Rectangle 2">
              <a:extLst>
                <a:ext uri="{FF2B5EF4-FFF2-40B4-BE49-F238E27FC236}">
                  <a16:creationId xmlns:a16="http://schemas.microsoft.com/office/drawing/2014/main" id="{4497B281-783E-1B8F-66CC-6315D2E2AD0F}"/>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D0C76AA0-2523-70DD-5C78-8B98A7E1D80D}"/>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89258E29-EF49-13FC-81AC-3831D3400E3B}"/>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AD2179E2-1356-7459-A01E-4007A57EAE3E}"/>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492761FA-05F4-7280-1AB8-46A70DD56008}"/>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E5AD5874-AB8F-F455-B2C9-CDD0C9E118B9}"/>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Rectangle 10">
            <a:extLst>
              <a:ext uri="{FF2B5EF4-FFF2-40B4-BE49-F238E27FC236}">
                <a16:creationId xmlns:a16="http://schemas.microsoft.com/office/drawing/2014/main" id="{A7767598-EB1C-92D6-6C7D-956593B92B0E}"/>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7A4E2712-6BED-3DA6-A5C7-FE7BFA5C052E}"/>
              </a:ext>
            </a:extLst>
          </p:cNvPr>
          <p:cNvSpPr/>
          <p:nvPr/>
        </p:nvSpPr>
        <p:spPr>
          <a:xfrm>
            <a:off x="454139" y="341831"/>
            <a:ext cx="8237349" cy="4062493"/>
          </a:xfrm>
          <a:prstGeom prst="rect">
            <a:avLst/>
          </a:prstGeom>
          <a:solidFill>
            <a:srgbClr val="126E2A"/>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cs typeface="Arial"/>
            </a:endParaRPr>
          </a:p>
        </p:txBody>
      </p:sp>
      <p:sp>
        <p:nvSpPr>
          <p:cNvPr id="66" name="Google Shape;66;p15">
            <a:extLst>
              <a:ext uri="{FF2B5EF4-FFF2-40B4-BE49-F238E27FC236}">
                <a16:creationId xmlns:a16="http://schemas.microsoft.com/office/drawing/2014/main" id="{BA810137-1F73-00DA-9E7D-1F56D1C8BEE8}"/>
              </a:ext>
            </a:extLst>
          </p:cNvPr>
          <p:cNvSpPr txBox="1">
            <a:spLocks noGrp="1"/>
          </p:cNvSpPr>
          <p:nvPr>
            <p:ph type="title"/>
          </p:nvPr>
        </p:nvSpPr>
        <p:spPr>
          <a:xfrm>
            <a:off x="456384" y="339456"/>
            <a:ext cx="8520600" cy="572700"/>
          </a:xfrm>
          <a:prstGeom prst="rect">
            <a:avLst/>
          </a:prstGeom>
        </p:spPr>
        <p:txBody>
          <a:bodyPr spcFirstLastPara="1" wrap="square" lIns="91425" tIns="91425" rIns="91425" bIns="91425" anchor="t" anchorCtr="0">
            <a:normAutofit fontScale="90000"/>
          </a:bodyPr>
          <a:lstStyle/>
          <a:p>
            <a:r>
              <a:rPr lang="en">
                <a:solidFill>
                  <a:schemeClr val="accent6">
                    <a:lumMod val="20000"/>
                    <a:lumOff val="80000"/>
                  </a:schemeClr>
                </a:solidFill>
                <a:latin typeface="Fairwater Script"/>
              </a:rPr>
              <a:t>Admin Controls Example (ChatGPT)</a:t>
            </a:r>
            <a:endParaRPr lang="en-US">
              <a:solidFill>
                <a:schemeClr val="accent6">
                  <a:lumMod val="20000"/>
                  <a:lumOff val="80000"/>
                </a:schemeClr>
              </a:solidFill>
            </a:endParaRPr>
          </a:p>
        </p:txBody>
      </p:sp>
      <p:sp>
        <p:nvSpPr>
          <p:cNvPr id="67" name="Google Shape;67;p15">
            <a:extLst>
              <a:ext uri="{FF2B5EF4-FFF2-40B4-BE49-F238E27FC236}">
                <a16:creationId xmlns:a16="http://schemas.microsoft.com/office/drawing/2014/main" id="{526864E0-C749-2E02-EA1D-872D4F07BFB3}"/>
              </a:ext>
            </a:extLst>
          </p:cNvPr>
          <p:cNvSpPr txBox="1">
            <a:spLocks noGrp="1"/>
          </p:cNvSpPr>
          <p:nvPr>
            <p:ph type="body" idx="1"/>
          </p:nvPr>
        </p:nvSpPr>
        <p:spPr>
          <a:xfrm>
            <a:off x="452512" y="961358"/>
            <a:ext cx="7969296" cy="3528428"/>
          </a:xfrm>
          <a:prstGeom prst="rect">
            <a:avLst/>
          </a:prstGeom>
        </p:spPr>
        <p:txBody>
          <a:bodyPr spcFirstLastPara="1" wrap="square" lIns="91425" tIns="91425" rIns="91425" bIns="91425" anchor="t" anchorCtr="0">
            <a:normAutofit/>
          </a:bodyPr>
          <a:lstStyle/>
          <a:p>
            <a:pPr>
              <a:lnSpc>
                <a:spcPct val="100000"/>
              </a:lnSpc>
              <a:buClr>
                <a:schemeClr val="accent6">
                  <a:lumMod val="20000"/>
                  <a:lumOff val="80000"/>
                </a:schemeClr>
              </a:buClr>
            </a:pPr>
            <a:r>
              <a:rPr lang="en-US">
                <a:solidFill>
                  <a:srgbClr val="FBFFD9"/>
                </a:solidFill>
                <a:latin typeface="Calibri"/>
                <a:ea typeface="Calibri"/>
                <a:cs typeface="Calibri"/>
              </a:rPr>
              <a:t>Instructors will be able to enable or disable </a:t>
            </a:r>
            <a:r>
              <a:rPr lang="en-US" err="1">
                <a:solidFill>
                  <a:srgbClr val="FBFFD9"/>
                </a:solidFill>
                <a:latin typeface="Calibri"/>
                <a:ea typeface="Calibri"/>
                <a:cs typeface="Calibri"/>
              </a:rPr>
              <a:t>EduSense</a:t>
            </a:r>
            <a:r>
              <a:rPr lang="en-US">
                <a:solidFill>
                  <a:srgbClr val="FBFFD9"/>
                </a:solidFill>
                <a:latin typeface="Calibri"/>
                <a:ea typeface="Calibri"/>
                <a:cs typeface="Calibri"/>
              </a:rPr>
              <a:t> for specific assignments.</a:t>
            </a:r>
          </a:p>
          <a:p>
            <a:pPr>
              <a:lnSpc>
                <a:spcPct val="100000"/>
              </a:lnSpc>
              <a:buClr>
                <a:srgbClr val="FCFFD9"/>
              </a:buClr>
            </a:pPr>
            <a:endParaRPr lang="en-US">
              <a:solidFill>
                <a:srgbClr val="FBFFD9"/>
              </a:solidFill>
              <a:latin typeface="Calibri" panose="020F0502020204030204" pitchFamily="34" charset="0"/>
              <a:ea typeface="Calibri" panose="020F0502020204030204" pitchFamily="34" charset="0"/>
              <a:cs typeface="Calibri" panose="020F0502020204030204" pitchFamily="34" charset="0"/>
            </a:endParaRPr>
          </a:p>
          <a:p>
            <a:pPr>
              <a:lnSpc>
                <a:spcPct val="100000"/>
              </a:lnSpc>
              <a:buClr>
                <a:srgbClr val="FCFFD9"/>
              </a:buClr>
            </a:pPr>
            <a:r>
              <a:rPr lang="en-US">
                <a:solidFill>
                  <a:srgbClr val="FBFFD9"/>
                </a:solidFill>
                <a:latin typeface="Calibri"/>
                <a:ea typeface="Calibri"/>
                <a:cs typeface="Calibri"/>
              </a:rPr>
              <a:t>Instructors will be able to assign a limit to the number of prompts per question as a challenge mode, encouraging students to take great care in how they structure their prompts and what they use them for.</a:t>
            </a:r>
          </a:p>
          <a:p>
            <a:pPr>
              <a:lnSpc>
                <a:spcPct val="100000"/>
              </a:lnSpc>
              <a:buClr>
                <a:srgbClr val="FCFFD9"/>
              </a:buClr>
            </a:pPr>
            <a:endParaRPr lang="en-US">
              <a:solidFill>
                <a:srgbClr val="FBFFD9"/>
              </a:solidFill>
              <a:latin typeface="Calibri" panose="020F0502020204030204" pitchFamily="34" charset="0"/>
              <a:ea typeface="Calibri" panose="020F0502020204030204" pitchFamily="34" charset="0"/>
              <a:cs typeface="Calibri" panose="020F0502020204030204" pitchFamily="34" charset="0"/>
            </a:endParaRPr>
          </a:p>
          <a:p>
            <a:pPr>
              <a:lnSpc>
                <a:spcPct val="100000"/>
              </a:lnSpc>
              <a:buClr>
                <a:srgbClr val="FCFFD9"/>
              </a:buClr>
            </a:pPr>
            <a:r>
              <a:rPr lang="en-US">
                <a:solidFill>
                  <a:srgbClr val="FBFFD9"/>
                </a:solidFill>
                <a:latin typeface="Calibri"/>
                <a:ea typeface="Calibri"/>
                <a:cs typeface="Calibri"/>
              </a:rPr>
              <a:t>Instructors can assign challenge modes (unrelated to grade) based on prompt content or frequency of use and potentially reward students based on the challenge mode. This may incentivize students to be more considerate of how they use </a:t>
            </a:r>
            <a:r>
              <a:rPr lang="en-US" err="1">
                <a:solidFill>
                  <a:srgbClr val="FBFFD9"/>
                </a:solidFill>
                <a:latin typeface="Calibri"/>
                <a:ea typeface="Calibri"/>
                <a:cs typeface="Calibri"/>
              </a:rPr>
              <a:t>EduSense</a:t>
            </a:r>
            <a:r>
              <a:rPr lang="en-US">
                <a:solidFill>
                  <a:srgbClr val="FBFFD9"/>
                </a:solidFill>
                <a:latin typeface="Calibri"/>
                <a:ea typeface="Calibri"/>
                <a:cs typeface="Calibri"/>
              </a:rPr>
              <a:t>.</a:t>
            </a:r>
          </a:p>
        </p:txBody>
      </p:sp>
      <p:sp>
        <p:nvSpPr>
          <p:cNvPr id="2" name="Slide Number Placeholder 1">
            <a:extLst>
              <a:ext uri="{FF2B5EF4-FFF2-40B4-BE49-F238E27FC236}">
                <a16:creationId xmlns:a16="http://schemas.microsoft.com/office/drawing/2014/main" id="{4299DF6B-C4BB-4A43-A02A-374A2D3F7ED5}"/>
              </a:ext>
            </a:extLst>
          </p:cNvPr>
          <p:cNvSpPr>
            <a:spLocks noGrp="1"/>
          </p:cNvSpPr>
          <p:nvPr>
            <p:ph type="sldNum" idx="12"/>
          </p:nvPr>
        </p:nvSpPr>
        <p:spPr>
          <a:xfrm>
            <a:off x="8595439" y="4750027"/>
            <a:ext cx="548700" cy="393600"/>
          </a:xfrm>
        </p:spPr>
        <p:txBody>
          <a:bodyPr/>
          <a:lstStyle/>
          <a:p>
            <a:fld id="{00000000-1234-1234-1234-123412341234}" type="slidenum">
              <a:rPr lang="en"/>
              <a:t>16</a:t>
            </a:fld>
            <a:endParaRPr lang="en-GB"/>
          </a:p>
        </p:txBody>
      </p:sp>
      <p:sp>
        <p:nvSpPr>
          <p:cNvPr id="12" name="Rectangle 11">
            <a:extLst>
              <a:ext uri="{FF2B5EF4-FFF2-40B4-BE49-F238E27FC236}">
                <a16:creationId xmlns:a16="http://schemas.microsoft.com/office/drawing/2014/main" id="{0ED1E466-8300-92D6-F25B-8F5BB517B059}"/>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C15FC7CC-493A-E60F-8FA3-A39A431B517E}"/>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Tree>
    <p:extLst>
      <p:ext uri="{BB962C8B-B14F-4D97-AF65-F5344CB8AC3E}">
        <p14:creationId xmlns:p14="http://schemas.microsoft.com/office/powerpoint/2010/main" val="30695222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65">
          <a:extLst>
            <a:ext uri="{FF2B5EF4-FFF2-40B4-BE49-F238E27FC236}">
              <a16:creationId xmlns:a16="http://schemas.microsoft.com/office/drawing/2014/main" id="{3462C80C-D631-4193-5816-695D3848E2FD}"/>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C627253A-FA25-3892-2FBF-BFE55EEDE5DF}"/>
              </a:ext>
            </a:extLst>
          </p:cNvPr>
          <p:cNvGrpSpPr/>
          <p:nvPr/>
        </p:nvGrpSpPr>
        <p:grpSpPr>
          <a:xfrm>
            <a:off x="1262" y="-142"/>
            <a:ext cx="9146016" cy="5141405"/>
            <a:chOff x="1263" y="-142"/>
            <a:chExt cx="10058400" cy="914401"/>
          </a:xfrm>
        </p:grpSpPr>
        <p:sp>
          <p:nvSpPr>
            <p:cNvPr id="3" name="Rectangle 2">
              <a:extLst>
                <a:ext uri="{FF2B5EF4-FFF2-40B4-BE49-F238E27FC236}">
                  <a16:creationId xmlns:a16="http://schemas.microsoft.com/office/drawing/2014/main" id="{ED715063-030D-1354-AB9C-48B3495C0622}"/>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26E1D4F0-094C-53A0-9EB7-BB28E5B39B43}"/>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FCA43087-2E15-7BD4-42F8-69DE712442AC}"/>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AD11411A-8CE0-7AD2-DCE5-1B7AE8D1BA76}"/>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52207A6C-11B0-1249-F676-1F23DA857B2E}"/>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EA34AF36-4B09-E85F-3681-C37F99D8B13D}"/>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Rectangle 10">
            <a:extLst>
              <a:ext uri="{FF2B5EF4-FFF2-40B4-BE49-F238E27FC236}">
                <a16:creationId xmlns:a16="http://schemas.microsoft.com/office/drawing/2014/main" id="{09C54D04-BC69-1B71-3D46-7EDF446419D6}"/>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B4D2B0BE-0F1E-5D48-69D3-9FD996E3DA5A}"/>
              </a:ext>
            </a:extLst>
          </p:cNvPr>
          <p:cNvSpPr/>
          <p:nvPr/>
        </p:nvSpPr>
        <p:spPr>
          <a:xfrm>
            <a:off x="454139" y="341831"/>
            <a:ext cx="8237349" cy="4062493"/>
          </a:xfrm>
          <a:prstGeom prst="rect">
            <a:avLst/>
          </a:prstGeom>
          <a:solidFill>
            <a:srgbClr val="126E2A"/>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Google Shape;66;p15">
            <a:extLst>
              <a:ext uri="{FF2B5EF4-FFF2-40B4-BE49-F238E27FC236}">
                <a16:creationId xmlns:a16="http://schemas.microsoft.com/office/drawing/2014/main" id="{9F12DA96-AB66-7468-38BB-A751AB729BC4}"/>
              </a:ext>
            </a:extLst>
          </p:cNvPr>
          <p:cNvSpPr txBox="1">
            <a:spLocks noGrp="1"/>
          </p:cNvSpPr>
          <p:nvPr>
            <p:ph type="title"/>
          </p:nvPr>
        </p:nvSpPr>
        <p:spPr>
          <a:xfrm>
            <a:off x="440509" y="454872"/>
            <a:ext cx="8520600" cy="572700"/>
          </a:xfrm>
          <a:prstGeom prst="rect">
            <a:avLst/>
          </a:prstGeom>
        </p:spPr>
        <p:txBody>
          <a:bodyPr spcFirstLastPara="1" wrap="square" lIns="91425" tIns="91425" rIns="91425" bIns="91425" anchor="t" anchorCtr="0">
            <a:normAutofit fontScale="90000"/>
          </a:bodyPr>
          <a:lstStyle/>
          <a:p>
            <a:r>
              <a:rPr lang="en">
                <a:solidFill>
                  <a:schemeClr val="accent6">
                    <a:lumMod val="20000"/>
                    <a:lumOff val="80000"/>
                  </a:schemeClr>
                </a:solidFill>
                <a:latin typeface="Fairwater Script"/>
              </a:rPr>
              <a:t>Gamification</a:t>
            </a:r>
            <a:endParaRPr>
              <a:solidFill>
                <a:schemeClr val="accent6">
                  <a:lumMod val="20000"/>
                  <a:lumOff val="80000"/>
                </a:schemeClr>
              </a:solidFill>
              <a:latin typeface="Fairwater Script"/>
            </a:endParaRPr>
          </a:p>
        </p:txBody>
      </p:sp>
      <p:sp>
        <p:nvSpPr>
          <p:cNvPr id="67" name="Google Shape;67;p15">
            <a:extLst>
              <a:ext uri="{FF2B5EF4-FFF2-40B4-BE49-F238E27FC236}">
                <a16:creationId xmlns:a16="http://schemas.microsoft.com/office/drawing/2014/main" id="{48A9CD65-137E-32BA-516E-A470E758A07A}"/>
              </a:ext>
            </a:extLst>
          </p:cNvPr>
          <p:cNvSpPr txBox="1">
            <a:spLocks noGrp="1"/>
          </p:cNvSpPr>
          <p:nvPr>
            <p:ph type="body" idx="1"/>
          </p:nvPr>
        </p:nvSpPr>
        <p:spPr>
          <a:xfrm>
            <a:off x="500317" y="971578"/>
            <a:ext cx="8231233" cy="3488741"/>
          </a:xfrm>
          <a:prstGeom prst="rect">
            <a:avLst/>
          </a:prstGeom>
        </p:spPr>
        <p:txBody>
          <a:bodyPr spcFirstLastPara="1" wrap="square" lIns="91425" tIns="91425" rIns="91425" bIns="91425" anchor="t" anchorCtr="0">
            <a:normAutofit/>
          </a:bodyPr>
          <a:lstStyle/>
          <a:p>
            <a:pPr marL="285750" indent="-285750">
              <a:lnSpc>
                <a:spcPct val="100000"/>
              </a:lnSpc>
              <a:spcAft>
                <a:spcPts val="1200"/>
              </a:spcAft>
              <a:buClr>
                <a:schemeClr val="accent6">
                  <a:lumMod val="20000"/>
                  <a:lumOff val="80000"/>
                </a:schemeClr>
              </a:buClr>
            </a:pPr>
            <a:r>
              <a:rPr lang="en-US">
                <a:solidFill>
                  <a:srgbClr val="FBFFD9"/>
                </a:solidFill>
                <a:latin typeface="Calibri"/>
                <a:ea typeface="Calibri"/>
              </a:rPr>
              <a:t>Students may feel inclined to bypass the guided prompts</a:t>
            </a:r>
          </a:p>
          <a:p>
            <a:pPr marL="285750" indent="-285750">
              <a:lnSpc>
                <a:spcPct val="100000"/>
              </a:lnSpc>
              <a:spcAft>
                <a:spcPts val="1200"/>
              </a:spcAft>
              <a:buClr>
                <a:schemeClr val="accent6">
                  <a:lumMod val="20000"/>
                  <a:lumOff val="80000"/>
                </a:schemeClr>
              </a:buClr>
            </a:pPr>
            <a:r>
              <a:rPr lang="en-US">
                <a:solidFill>
                  <a:srgbClr val="FBFFD9"/>
                </a:solidFill>
                <a:latin typeface="Calibri"/>
                <a:ea typeface="Calibri"/>
              </a:rPr>
              <a:t>This issue can be mitigated by employing gamification to keep them engaged.</a:t>
            </a:r>
          </a:p>
          <a:p>
            <a:pPr marL="285750" indent="-285750">
              <a:lnSpc>
                <a:spcPct val="100000"/>
              </a:lnSpc>
              <a:spcAft>
                <a:spcPts val="1200"/>
              </a:spcAft>
              <a:buClr>
                <a:schemeClr val="accent6">
                  <a:lumMod val="20000"/>
                  <a:lumOff val="80000"/>
                </a:schemeClr>
              </a:buClr>
            </a:pPr>
            <a:r>
              <a:rPr lang="en-US" err="1">
                <a:solidFill>
                  <a:srgbClr val="FBFFD9"/>
                </a:solidFill>
                <a:latin typeface="Calibri"/>
                <a:ea typeface="Calibri"/>
              </a:rPr>
              <a:t>EduSense</a:t>
            </a:r>
            <a:r>
              <a:rPr lang="en-US">
                <a:solidFill>
                  <a:srgbClr val="FBFFD9"/>
                </a:solidFill>
                <a:latin typeface="Calibri"/>
                <a:ea typeface="Calibri"/>
              </a:rPr>
              <a:t> will feature a 'challenge mode' with different difficulties that students can select from.</a:t>
            </a:r>
          </a:p>
          <a:p>
            <a:pPr marL="285750" indent="-285750">
              <a:lnSpc>
                <a:spcPct val="100000"/>
              </a:lnSpc>
              <a:spcAft>
                <a:spcPts val="1200"/>
              </a:spcAft>
              <a:buClr>
                <a:schemeClr val="accent6">
                  <a:lumMod val="20000"/>
                  <a:lumOff val="80000"/>
                </a:schemeClr>
              </a:buClr>
            </a:pPr>
            <a:r>
              <a:rPr lang="en-US">
                <a:solidFill>
                  <a:srgbClr val="FBFFD9"/>
                </a:solidFill>
                <a:latin typeface="Calibri"/>
                <a:ea typeface="Calibri"/>
              </a:rPr>
              <a:t>Harder difficulties will limit the amount of support they get from the LLM (</a:t>
            </a:r>
            <a:r>
              <a:rPr lang="en-US" err="1">
                <a:solidFill>
                  <a:srgbClr val="FBFFD9"/>
                </a:solidFill>
                <a:latin typeface="Calibri"/>
                <a:ea typeface="Calibri"/>
              </a:rPr>
              <a:t>e.g</a:t>
            </a:r>
            <a:r>
              <a:rPr lang="en-US">
                <a:solidFill>
                  <a:srgbClr val="FBFFD9"/>
                </a:solidFill>
                <a:latin typeface="Calibri"/>
                <a:ea typeface="Calibri"/>
              </a:rPr>
              <a:t>, less guidance).</a:t>
            </a:r>
          </a:p>
          <a:p>
            <a:pPr marL="285750" indent="-285750">
              <a:lnSpc>
                <a:spcPct val="100000"/>
              </a:lnSpc>
              <a:spcAft>
                <a:spcPts val="1200"/>
              </a:spcAft>
              <a:buClr>
                <a:schemeClr val="accent6">
                  <a:lumMod val="20000"/>
                  <a:lumOff val="80000"/>
                </a:schemeClr>
              </a:buClr>
            </a:pPr>
            <a:r>
              <a:rPr lang="en-US">
                <a:solidFill>
                  <a:srgbClr val="FBFFD9"/>
                </a:solidFill>
                <a:latin typeface="Calibri"/>
                <a:ea typeface="Calibri"/>
              </a:rPr>
              <a:t>Educators have the option to reward extra credit for assignments completed on harder difficulties.</a:t>
            </a:r>
          </a:p>
          <a:p>
            <a:pPr marL="0" indent="0">
              <a:lnSpc>
                <a:spcPct val="100000"/>
              </a:lnSpc>
              <a:spcAft>
                <a:spcPts val="1200"/>
              </a:spcAft>
              <a:buNone/>
            </a:pPr>
            <a:endParaRPr lang="en-US">
              <a:solidFill>
                <a:srgbClr val="FBFFD9"/>
              </a:solidFill>
              <a:latin typeface="Calibri"/>
              <a:ea typeface="Calibri"/>
            </a:endParaRPr>
          </a:p>
        </p:txBody>
      </p:sp>
      <p:sp>
        <p:nvSpPr>
          <p:cNvPr id="2" name="Slide Number Placeholder 1">
            <a:extLst>
              <a:ext uri="{FF2B5EF4-FFF2-40B4-BE49-F238E27FC236}">
                <a16:creationId xmlns:a16="http://schemas.microsoft.com/office/drawing/2014/main" id="{2C8B4B59-0E53-28D6-7167-2ED3D571A9F1}"/>
              </a:ext>
            </a:extLst>
          </p:cNvPr>
          <p:cNvSpPr>
            <a:spLocks noGrp="1"/>
          </p:cNvSpPr>
          <p:nvPr>
            <p:ph type="sldNum" idx="12"/>
          </p:nvPr>
        </p:nvSpPr>
        <p:spPr>
          <a:xfrm>
            <a:off x="8595439" y="4750027"/>
            <a:ext cx="548700" cy="393600"/>
          </a:xfrm>
        </p:spPr>
        <p:txBody>
          <a:bodyPr/>
          <a:lstStyle/>
          <a:p>
            <a:fld id="{00000000-1234-1234-1234-123412341234}" type="slidenum">
              <a:rPr lang="en"/>
              <a:t>17</a:t>
            </a:fld>
            <a:endParaRPr lang="en-GB"/>
          </a:p>
        </p:txBody>
      </p:sp>
      <p:sp>
        <p:nvSpPr>
          <p:cNvPr id="12" name="Rectangle 11">
            <a:extLst>
              <a:ext uri="{FF2B5EF4-FFF2-40B4-BE49-F238E27FC236}">
                <a16:creationId xmlns:a16="http://schemas.microsoft.com/office/drawing/2014/main" id="{7D53CCE0-A055-1936-2464-8386315BCA0D}"/>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3C3B427A-8ECD-F30F-FC8E-F0A48206AB42}"/>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Tree>
    <p:extLst>
      <p:ext uri="{BB962C8B-B14F-4D97-AF65-F5344CB8AC3E}">
        <p14:creationId xmlns:p14="http://schemas.microsoft.com/office/powerpoint/2010/main" val="1474806017"/>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137"/>
        <p:cNvGrpSpPr/>
        <p:nvPr/>
      </p:nvGrpSpPr>
      <p:grpSpPr>
        <a:xfrm>
          <a:off x="0" y="0"/>
          <a:ext cx="0" cy="0"/>
          <a:chOff x="0" y="0"/>
          <a:chExt cx="0" cy="0"/>
        </a:xfrm>
      </p:grpSpPr>
      <p:grpSp>
        <p:nvGrpSpPr>
          <p:cNvPr id="4" name="Group 3">
            <a:extLst>
              <a:ext uri="{FF2B5EF4-FFF2-40B4-BE49-F238E27FC236}">
                <a16:creationId xmlns:a16="http://schemas.microsoft.com/office/drawing/2014/main" id="{60E76AD6-93AC-F35A-6EE4-7872C99DF0C2}"/>
              </a:ext>
            </a:extLst>
          </p:cNvPr>
          <p:cNvGrpSpPr/>
          <p:nvPr/>
        </p:nvGrpSpPr>
        <p:grpSpPr>
          <a:xfrm>
            <a:off x="1260" y="-8934"/>
            <a:ext cx="9146016" cy="5141405"/>
            <a:chOff x="1261" y="-142"/>
            <a:chExt cx="10058400" cy="914401"/>
          </a:xfrm>
        </p:grpSpPr>
        <p:sp>
          <p:nvSpPr>
            <p:cNvPr id="15" name="Rectangle 14">
              <a:extLst>
                <a:ext uri="{FF2B5EF4-FFF2-40B4-BE49-F238E27FC236}">
                  <a16:creationId xmlns:a16="http://schemas.microsoft.com/office/drawing/2014/main" id="{DA29F910-4A99-4F96-DB94-FAB79350E412}"/>
                </a:ext>
              </a:extLst>
            </p:cNvPr>
            <p:cNvSpPr/>
            <p:nvPr/>
          </p:nvSpPr>
          <p:spPr>
            <a:xfrm>
              <a:off x="7304837"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16" name="Rectangle 15">
              <a:extLst>
                <a:ext uri="{FF2B5EF4-FFF2-40B4-BE49-F238E27FC236}">
                  <a16:creationId xmlns:a16="http://schemas.microsoft.com/office/drawing/2014/main" id="{FC926725-AB18-635E-F4B4-B277324ADA16}"/>
                </a:ext>
              </a:extLst>
            </p:cNvPr>
            <p:cNvSpPr/>
            <p:nvPr/>
          </p:nvSpPr>
          <p:spPr>
            <a:xfrm>
              <a:off x="5474099"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17" name="Rectangle 16">
              <a:extLst>
                <a:ext uri="{FF2B5EF4-FFF2-40B4-BE49-F238E27FC236}">
                  <a16:creationId xmlns:a16="http://schemas.microsoft.com/office/drawing/2014/main" id="{BA7CAE91-D39D-4090-9754-760D7FA2C328}"/>
                </a:ext>
              </a:extLst>
            </p:cNvPr>
            <p:cNvSpPr/>
            <p:nvPr/>
          </p:nvSpPr>
          <p:spPr>
            <a:xfrm>
              <a:off x="126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18" name="Rectangle 17">
              <a:extLst>
                <a:ext uri="{FF2B5EF4-FFF2-40B4-BE49-F238E27FC236}">
                  <a16:creationId xmlns:a16="http://schemas.microsoft.com/office/drawing/2014/main" id="{5DE574E9-BBCC-6D0D-A5D0-F381316F756C}"/>
                </a:ext>
              </a:extLst>
            </p:cNvPr>
            <p:cNvSpPr/>
            <p:nvPr/>
          </p:nvSpPr>
          <p:spPr>
            <a:xfrm>
              <a:off x="182231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19" name="Rectangle 18">
              <a:extLst>
                <a:ext uri="{FF2B5EF4-FFF2-40B4-BE49-F238E27FC236}">
                  <a16:creationId xmlns:a16="http://schemas.microsoft.com/office/drawing/2014/main" id="{89C97B62-56AB-BC43-66ED-7AB717C23036}"/>
                </a:ext>
              </a:extLst>
            </p:cNvPr>
            <p:cNvSpPr/>
            <p:nvPr/>
          </p:nvSpPr>
          <p:spPr>
            <a:xfrm>
              <a:off x="365304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20" name="Rectangle 19">
              <a:extLst>
                <a:ext uri="{FF2B5EF4-FFF2-40B4-BE49-F238E27FC236}">
                  <a16:creationId xmlns:a16="http://schemas.microsoft.com/office/drawing/2014/main" id="{5D997144-B394-5EF9-35A7-2D4BEF0F48A1}"/>
                </a:ext>
              </a:extLst>
            </p:cNvPr>
            <p:cNvSpPr/>
            <p:nvPr/>
          </p:nvSpPr>
          <p:spPr>
            <a:xfrm>
              <a:off x="914526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grpSp>
      <p:sp>
        <p:nvSpPr>
          <p:cNvPr id="5" name="Rectangle 4">
            <a:extLst>
              <a:ext uri="{FF2B5EF4-FFF2-40B4-BE49-F238E27FC236}">
                <a16:creationId xmlns:a16="http://schemas.microsoft.com/office/drawing/2014/main" id="{6952207C-5D97-24A3-AE37-2707080A2605}"/>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6" name="Rectangle 5">
            <a:extLst>
              <a:ext uri="{FF2B5EF4-FFF2-40B4-BE49-F238E27FC236}">
                <a16:creationId xmlns:a16="http://schemas.microsoft.com/office/drawing/2014/main" id="{1B2FD92F-EF71-94BC-67CC-F0E26441C839}"/>
              </a:ext>
            </a:extLst>
          </p:cNvPr>
          <p:cNvSpPr/>
          <p:nvPr/>
        </p:nvSpPr>
        <p:spPr>
          <a:xfrm>
            <a:off x="446619" y="334311"/>
            <a:ext cx="8237349" cy="4062493"/>
          </a:xfrm>
          <a:prstGeom prst="rect">
            <a:avLst/>
          </a:prstGeom>
          <a:solidFill>
            <a:schemeClr val="bg1"/>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138" name="Google Shape;138;p27"/>
          <p:cNvSpPr txBox="1">
            <a:spLocks noGrp="1"/>
          </p:cNvSpPr>
          <p:nvPr>
            <p:ph type="title"/>
          </p:nvPr>
        </p:nvSpPr>
        <p:spPr>
          <a:xfrm>
            <a:off x="463181" y="412929"/>
            <a:ext cx="8520600" cy="572700"/>
          </a:xfrm>
        </p:spPr>
        <p:txBody>
          <a:bodyPr spcFirstLastPara="1" wrap="square" lIns="91425" tIns="91425" rIns="91425" bIns="91425" anchor="ctr" anchorCtr="0">
            <a:normAutofit/>
          </a:bodyPr>
          <a:lstStyle/>
          <a:p>
            <a:pPr marL="0" lvl="0" indent="0" rtl="0">
              <a:lnSpc>
                <a:spcPct val="90000"/>
              </a:lnSpc>
              <a:spcBef>
                <a:spcPts val="0"/>
              </a:spcBef>
              <a:spcAft>
                <a:spcPts val="0"/>
              </a:spcAft>
              <a:buNone/>
            </a:pPr>
            <a:r>
              <a:rPr lang="en-US" sz="2500" b="1">
                <a:solidFill>
                  <a:srgbClr val="4285F4"/>
                </a:solidFill>
                <a:latin typeface="Fairwater Script"/>
              </a:rPr>
              <a:t>Major Functional Components Diagram</a:t>
            </a:r>
          </a:p>
        </p:txBody>
      </p:sp>
      <p:sp>
        <p:nvSpPr>
          <p:cNvPr id="2" name="Slide Number Placeholder 1">
            <a:extLst>
              <a:ext uri="{FF2B5EF4-FFF2-40B4-BE49-F238E27FC236}">
                <a16:creationId xmlns:a16="http://schemas.microsoft.com/office/drawing/2014/main" id="{3EF4BE70-5860-1A2D-49EB-98AE66FBB38E}"/>
              </a:ext>
            </a:extLst>
          </p:cNvPr>
          <p:cNvSpPr>
            <a:spLocks noGrp="1"/>
          </p:cNvSpPr>
          <p:nvPr>
            <p:ph type="sldNum" idx="12"/>
          </p:nvPr>
        </p:nvSpPr>
        <p:spPr>
          <a:xfrm>
            <a:off x="8597718" y="4749333"/>
            <a:ext cx="548700" cy="393600"/>
          </a:xfrm>
        </p:spPr>
        <p:txBody>
          <a:bodyPr/>
          <a:lstStyle/>
          <a:p>
            <a:fld id="{00000000-1234-1234-1234-123412341234}" type="slidenum">
              <a:rPr lang="en"/>
              <a:t>18</a:t>
            </a:fld>
            <a:endParaRPr lang="en-GB"/>
          </a:p>
        </p:txBody>
      </p:sp>
      <p:sp>
        <p:nvSpPr>
          <p:cNvPr id="14" name="Rectangle 13">
            <a:extLst>
              <a:ext uri="{FF2B5EF4-FFF2-40B4-BE49-F238E27FC236}">
                <a16:creationId xmlns:a16="http://schemas.microsoft.com/office/drawing/2014/main" id="{7D627D74-9FE2-2897-5DF3-E48B744220D2}"/>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22" name="TextBox 21">
            <a:extLst>
              <a:ext uri="{FF2B5EF4-FFF2-40B4-BE49-F238E27FC236}">
                <a16:creationId xmlns:a16="http://schemas.microsoft.com/office/drawing/2014/main" id="{4DC58D75-EEEE-4FFB-4D5D-3FA3380B0C5E}"/>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pic>
        <p:nvPicPr>
          <p:cNvPr id="3" name="Picture 2" descr="A black screen with a red circle&#10;&#10;AI-generated content may be incorrect.">
            <a:extLst>
              <a:ext uri="{FF2B5EF4-FFF2-40B4-BE49-F238E27FC236}">
                <a16:creationId xmlns:a16="http://schemas.microsoft.com/office/drawing/2014/main" id="{C6CA39BA-4DB1-D0BE-4882-71B7D467E9A9}"/>
              </a:ext>
            </a:extLst>
          </p:cNvPr>
          <p:cNvPicPr>
            <a:picLocks noChangeAspect="1"/>
          </p:cNvPicPr>
          <p:nvPr/>
        </p:nvPicPr>
        <p:blipFill>
          <a:blip r:embed="rId4"/>
          <a:stretch>
            <a:fillRect/>
          </a:stretch>
        </p:blipFill>
        <p:spPr>
          <a:xfrm>
            <a:off x="663697" y="798493"/>
            <a:ext cx="6987804" cy="3583404"/>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65">
          <a:extLst>
            <a:ext uri="{FF2B5EF4-FFF2-40B4-BE49-F238E27FC236}">
              <a16:creationId xmlns:a16="http://schemas.microsoft.com/office/drawing/2014/main" id="{B331D6E6-3459-C52D-71E6-40849749EE6F}"/>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B07BA0F4-BD5D-412C-1DD9-9558EC3C9761}"/>
              </a:ext>
            </a:extLst>
          </p:cNvPr>
          <p:cNvGrpSpPr/>
          <p:nvPr/>
        </p:nvGrpSpPr>
        <p:grpSpPr>
          <a:xfrm>
            <a:off x="1262" y="-142"/>
            <a:ext cx="9146016" cy="5141405"/>
            <a:chOff x="1263" y="-142"/>
            <a:chExt cx="10058400" cy="914401"/>
          </a:xfrm>
        </p:grpSpPr>
        <p:sp>
          <p:nvSpPr>
            <p:cNvPr id="3" name="Rectangle 2">
              <a:extLst>
                <a:ext uri="{FF2B5EF4-FFF2-40B4-BE49-F238E27FC236}">
                  <a16:creationId xmlns:a16="http://schemas.microsoft.com/office/drawing/2014/main" id="{A5B2ECCA-2584-8364-797C-FF0A712E19EE}"/>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0B2D3346-67C6-3B52-560B-B8D49E16FA00}"/>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E770363-4F64-9E89-05D6-161AC8DA4360}"/>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951D0648-7F4B-EA81-0F34-ADF3AB94C084}"/>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51BFDB2C-E1E3-6CC1-4B06-6CAA56A9D65D}"/>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96E360FC-3A32-ED81-BBE8-EB11C4707420}"/>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Rectangle 10">
            <a:extLst>
              <a:ext uri="{FF2B5EF4-FFF2-40B4-BE49-F238E27FC236}">
                <a16:creationId xmlns:a16="http://schemas.microsoft.com/office/drawing/2014/main" id="{825AB795-6DBE-283D-A3AC-ED1378C25534}"/>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C3534AD0-2600-1E52-3866-E0752F10E928}"/>
              </a:ext>
            </a:extLst>
          </p:cNvPr>
          <p:cNvSpPr/>
          <p:nvPr/>
        </p:nvSpPr>
        <p:spPr>
          <a:xfrm>
            <a:off x="454139" y="341831"/>
            <a:ext cx="8237349" cy="4062493"/>
          </a:xfrm>
          <a:prstGeom prst="rect">
            <a:avLst/>
          </a:prstGeom>
          <a:solidFill>
            <a:srgbClr val="126E2A"/>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Google Shape;66;p15">
            <a:extLst>
              <a:ext uri="{FF2B5EF4-FFF2-40B4-BE49-F238E27FC236}">
                <a16:creationId xmlns:a16="http://schemas.microsoft.com/office/drawing/2014/main" id="{264676C1-1875-9514-90DF-14D7240AB06A}"/>
              </a:ext>
            </a:extLst>
          </p:cNvPr>
          <p:cNvSpPr txBox="1">
            <a:spLocks noGrp="1"/>
          </p:cNvSpPr>
          <p:nvPr>
            <p:ph type="title"/>
          </p:nvPr>
        </p:nvSpPr>
        <p:spPr>
          <a:xfrm>
            <a:off x="480197" y="446935"/>
            <a:ext cx="8520600" cy="572700"/>
          </a:xfrm>
          <a:prstGeom prst="rect">
            <a:avLst/>
          </a:prstGeom>
        </p:spPr>
        <p:txBody>
          <a:bodyPr spcFirstLastPara="1" wrap="square" lIns="91425" tIns="91425" rIns="91425" bIns="91425" anchor="t" anchorCtr="0">
            <a:normAutofit fontScale="90000"/>
          </a:bodyPr>
          <a:lstStyle/>
          <a:p>
            <a:r>
              <a:rPr lang="en">
                <a:solidFill>
                  <a:srgbClr val="FCFFBD"/>
                </a:solidFill>
                <a:latin typeface="Fairwater Script"/>
              </a:rPr>
              <a:t>Risks Overview</a:t>
            </a:r>
            <a:endParaRPr lang="en-US">
              <a:solidFill>
                <a:srgbClr val="FCFFBD"/>
              </a:solidFill>
              <a:latin typeface="Fairwater Script"/>
            </a:endParaRPr>
          </a:p>
        </p:txBody>
      </p:sp>
      <p:sp>
        <p:nvSpPr>
          <p:cNvPr id="67" name="Google Shape;67;p15">
            <a:extLst>
              <a:ext uri="{FF2B5EF4-FFF2-40B4-BE49-F238E27FC236}">
                <a16:creationId xmlns:a16="http://schemas.microsoft.com/office/drawing/2014/main" id="{0714EFC1-2261-E5C0-50FF-7D0490528E62}"/>
              </a:ext>
            </a:extLst>
          </p:cNvPr>
          <p:cNvSpPr txBox="1">
            <a:spLocks noGrp="1"/>
          </p:cNvSpPr>
          <p:nvPr>
            <p:ph type="body" idx="1"/>
          </p:nvPr>
        </p:nvSpPr>
        <p:spPr>
          <a:xfrm>
            <a:off x="477022" y="913747"/>
            <a:ext cx="8231233" cy="3488741"/>
          </a:xfrm>
          <a:prstGeom prst="rect">
            <a:avLst/>
          </a:prstGeom>
        </p:spPr>
        <p:txBody>
          <a:bodyPr spcFirstLastPara="1" wrap="square" lIns="91425" tIns="91425" rIns="91425" bIns="91425" anchor="t" anchorCtr="0">
            <a:normAutofit/>
          </a:bodyPr>
          <a:lstStyle/>
          <a:p>
            <a:pPr>
              <a:lnSpc>
                <a:spcPct val="100000"/>
              </a:lnSpc>
              <a:buClr>
                <a:schemeClr val="accent6">
                  <a:lumMod val="20000"/>
                  <a:lumOff val="80000"/>
                </a:schemeClr>
              </a:buClr>
            </a:pPr>
            <a:r>
              <a:rPr lang="en-US">
                <a:solidFill>
                  <a:schemeClr val="accent6">
                    <a:lumMod val="20000"/>
                    <a:lumOff val="80000"/>
                  </a:schemeClr>
                </a:solidFill>
                <a:latin typeface="Calibri"/>
                <a:ea typeface="Calibri"/>
              </a:rPr>
              <a:t>Bypassing Guardrails: Students may still find workarounds.</a:t>
            </a:r>
            <a:endParaRPr lang="en-US">
              <a:solidFill>
                <a:schemeClr val="accent6">
                  <a:lumMod val="20000"/>
                  <a:lumOff val="80000"/>
                </a:schemeClr>
              </a:solidFill>
              <a:latin typeface="Calibri"/>
            </a:endParaRPr>
          </a:p>
          <a:p>
            <a:pPr>
              <a:lnSpc>
                <a:spcPct val="100000"/>
              </a:lnSpc>
              <a:buClr>
                <a:schemeClr val="accent6">
                  <a:lumMod val="20000"/>
                  <a:lumOff val="80000"/>
                </a:schemeClr>
              </a:buClr>
            </a:pPr>
            <a:endParaRPr lang="en-US">
              <a:solidFill>
                <a:schemeClr val="accent6">
                  <a:lumMod val="20000"/>
                  <a:lumOff val="80000"/>
                </a:schemeClr>
              </a:solidFill>
              <a:latin typeface="Calibri"/>
            </a:endParaRPr>
          </a:p>
          <a:p>
            <a:pPr>
              <a:lnSpc>
                <a:spcPct val="100000"/>
              </a:lnSpc>
              <a:buClr>
                <a:schemeClr val="accent6">
                  <a:lumMod val="20000"/>
                  <a:lumOff val="80000"/>
                </a:schemeClr>
              </a:buClr>
            </a:pPr>
            <a:r>
              <a:rPr lang="en-US">
                <a:solidFill>
                  <a:schemeClr val="accent6">
                    <a:lumMod val="20000"/>
                    <a:lumOff val="80000"/>
                  </a:schemeClr>
                </a:solidFill>
                <a:latin typeface="Calibri"/>
                <a:ea typeface="Calibri"/>
              </a:rPr>
              <a:t>Privacy Concerns: Tracking usage must comply with FERPA/GDPR.</a:t>
            </a:r>
            <a:endParaRPr lang="en-US">
              <a:solidFill>
                <a:schemeClr val="accent6">
                  <a:lumMod val="20000"/>
                  <a:lumOff val="80000"/>
                </a:schemeClr>
              </a:solidFill>
              <a:latin typeface="Calibri"/>
            </a:endParaRPr>
          </a:p>
          <a:p>
            <a:pPr>
              <a:lnSpc>
                <a:spcPct val="100000"/>
              </a:lnSpc>
              <a:buClr>
                <a:schemeClr val="accent6">
                  <a:lumMod val="20000"/>
                  <a:lumOff val="80000"/>
                </a:schemeClr>
              </a:buClr>
            </a:pPr>
            <a:endParaRPr lang="en-US">
              <a:solidFill>
                <a:schemeClr val="accent6">
                  <a:lumMod val="20000"/>
                  <a:lumOff val="80000"/>
                </a:schemeClr>
              </a:solidFill>
              <a:latin typeface="Calibri"/>
              <a:ea typeface="Calibri"/>
            </a:endParaRPr>
          </a:p>
          <a:p>
            <a:pPr>
              <a:lnSpc>
                <a:spcPct val="100000"/>
              </a:lnSpc>
              <a:buClr>
                <a:schemeClr val="accent6">
                  <a:lumMod val="20000"/>
                  <a:lumOff val="80000"/>
                </a:schemeClr>
              </a:buClr>
            </a:pPr>
            <a:r>
              <a:rPr lang="en-US">
                <a:solidFill>
                  <a:schemeClr val="accent6">
                    <a:lumMod val="20000"/>
                    <a:lumOff val="80000"/>
                  </a:schemeClr>
                </a:solidFill>
                <a:latin typeface="Calibri"/>
                <a:ea typeface="Calibri"/>
              </a:rPr>
              <a:t>Technical Complexity: integrating restrictions and analytics.</a:t>
            </a:r>
            <a:endParaRPr lang="en-US">
              <a:solidFill>
                <a:schemeClr val="accent6">
                  <a:lumMod val="20000"/>
                  <a:lumOff val="80000"/>
                </a:schemeClr>
              </a:solidFill>
              <a:latin typeface="Calibri"/>
            </a:endParaRPr>
          </a:p>
          <a:p>
            <a:pPr>
              <a:lnSpc>
                <a:spcPct val="100000"/>
              </a:lnSpc>
              <a:buClr>
                <a:schemeClr val="accent6">
                  <a:lumMod val="20000"/>
                  <a:lumOff val="80000"/>
                </a:schemeClr>
              </a:buClr>
            </a:pPr>
            <a:endParaRPr lang="en-US">
              <a:solidFill>
                <a:schemeClr val="accent6">
                  <a:lumMod val="20000"/>
                  <a:lumOff val="80000"/>
                </a:schemeClr>
              </a:solidFill>
              <a:latin typeface="Calibri"/>
              <a:ea typeface="Calibri"/>
            </a:endParaRPr>
          </a:p>
          <a:p>
            <a:pPr>
              <a:lnSpc>
                <a:spcPct val="100000"/>
              </a:lnSpc>
              <a:buClr>
                <a:schemeClr val="accent6">
                  <a:lumMod val="20000"/>
                  <a:lumOff val="80000"/>
                </a:schemeClr>
              </a:buClr>
            </a:pPr>
            <a:r>
              <a:rPr lang="en-US">
                <a:solidFill>
                  <a:schemeClr val="accent6">
                    <a:lumMod val="20000"/>
                    <a:lumOff val="80000"/>
                  </a:schemeClr>
                </a:solidFill>
                <a:latin typeface="Calibri"/>
                <a:ea typeface="Calibri"/>
              </a:rPr>
              <a:t>User </a:t>
            </a:r>
            <a:r>
              <a:rPr lang="en-US" err="1">
                <a:solidFill>
                  <a:schemeClr val="accent6">
                    <a:lumMod val="20000"/>
                    <a:lumOff val="80000"/>
                  </a:schemeClr>
                </a:solidFill>
                <a:latin typeface="Calibri"/>
                <a:ea typeface="Calibri"/>
              </a:rPr>
              <a:t>Addoption</a:t>
            </a:r>
            <a:r>
              <a:rPr lang="en-US">
                <a:solidFill>
                  <a:schemeClr val="accent6">
                    <a:lumMod val="20000"/>
                    <a:lumOff val="80000"/>
                  </a:schemeClr>
                </a:solidFill>
                <a:latin typeface="Calibri"/>
                <a:ea typeface="Calibri"/>
              </a:rPr>
              <a:t>: Educators and students may resist new workflows.</a:t>
            </a:r>
            <a:endParaRPr lang="en-US">
              <a:solidFill>
                <a:schemeClr val="accent6">
                  <a:lumMod val="20000"/>
                  <a:lumOff val="80000"/>
                </a:schemeClr>
              </a:solidFill>
              <a:latin typeface="Calibri"/>
            </a:endParaRPr>
          </a:p>
        </p:txBody>
      </p:sp>
      <p:sp>
        <p:nvSpPr>
          <p:cNvPr id="2" name="Slide Number Placeholder 1">
            <a:extLst>
              <a:ext uri="{FF2B5EF4-FFF2-40B4-BE49-F238E27FC236}">
                <a16:creationId xmlns:a16="http://schemas.microsoft.com/office/drawing/2014/main" id="{4B36AA66-6189-AFB0-F728-0CC434EA341A}"/>
              </a:ext>
            </a:extLst>
          </p:cNvPr>
          <p:cNvSpPr>
            <a:spLocks noGrp="1"/>
          </p:cNvSpPr>
          <p:nvPr>
            <p:ph type="sldNum" idx="12"/>
          </p:nvPr>
        </p:nvSpPr>
        <p:spPr>
          <a:xfrm>
            <a:off x="8595439" y="4750027"/>
            <a:ext cx="548700" cy="393600"/>
          </a:xfrm>
        </p:spPr>
        <p:txBody>
          <a:bodyPr/>
          <a:lstStyle/>
          <a:p>
            <a:fld id="{00000000-1234-1234-1234-123412341234}" type="slidenum">
              <a:rPr lang="en"/>
              <a:t>19</a:t>
            </a:fld>
            <a:endParaRPr lang="en-GB"/>
          </a:p>
        </p:txBody>
      </p:sp>
      <p:sp>
        <p:nvSpPr>
          <p:cNvPr id="12" name="Rectangle 11">
            <a:extLst>
              <a:ext uri="{FF2B5EF4-FFF2-40B4-BE49-F238E27FC236}">
                <a16:creationId xmlns:a16="http://schemas.microsoft.com/office/drawing/2014/main" id="{3E23B41F-E3B6-B23D-8F27-B1C01CC43157}"/>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3A1FE8B9-C007-5218-9570-B7BC8FBA5197}"/>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Tree>
    <p:extLst>
      <p:ext uri="{BB962C8B-B14F-4D97-AF65-F5344CB8AC3E}">
        <p14:creationId xmlns:p14="http://schemas.microsoft.com/office/powerpoint/2010/main" val="283061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65">
          <a:extLst>
            <a:ext uri="{FF2B5EF4-FFF2-40B4-BE49-F238E27FC236}">
              <a16:creationId xmlns:a16="http://schemas.microsoft.com/office/drawing/2014/main" id="{92437A31-F44D-5C8C-ABB4-3F4C13160839}"/>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7DD05CD4-B766-42B7-7675-96C14AD2757C}"/>
              </a:ext>
            </a:extLst>
          </p:cNvPr>
          <p:cNvGrpSpPr/>
          <p:nvPr/>
        </p:nvGrpSpPr>
        <p:grpSpPr>
          <a:xfrm>
            <a:off x="1261" y="-142"/>
            <a:ext cx="9146016" cy="5141405"/>
            <a:chOff x="1263" y="-142"/>
            <a:chExt cx="10058400" cy="914401"/>
          </a:xfrm>
        </p:grpSpPr>
        <p:sp>
          <p:nvSpPr>
            <p:cNvPr id="3" name="Rectangle 2">
              <a:extLst>
                <a:ext uri="{FF2B5EF4-FFF2-40B4-BE49-F238E27FC236}">
                  <a16:creationId xmlns:a16="http://schemas.microsoft.com/office/drawing/2014/main" id="{9AF2BA1E-D835-9C87-5320-9D29B7CD8D7E}"/>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DACB5306-674C-FA9C-C7DB-E6B5D0129D2C}"/>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7B356E0D-226A-B0C8-DDD8-5B12483583F0}"/>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4444DCAB-A080-1B0F-F1DE-2DCCFD9A34B8}"/>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18CA1C4-E022-499A-0870-86BF7A46E4F3}"/>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p>
          </p:txBody>
        </p:sp>
        <p:sp>
          <p:nvSpPr>
            <p:cNvPr id="8" name="Rectangle 7">
              <a:extLst>
                <a:ext uri="{FF2B5EF4-FFF2-40B4-BE49-F238E27FC236}">
                  <a16:creationId xmlns:a16="http://schemas.microsoft.com/office/drawing/2014/main" id="{DE360BCE-1316-DF6A-18C3-3E42AAD2B6BD}"/>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Rectangle 10">
            <a:extLst>
              <a:ext uri="{FF2B5EF4-FFF2-40B4-BE49-F238E27FC236}">
                <a16:creationId xmlns:a16="http://schemas.microsoft.com/office/drawing/2014/main" id="{CB8614C2-0893-412B-BC56-C17544A2EB7F}"/>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A1E9ECA7-6101-9042-EFB7-C82255B8C1AE}"/>
              </a:ext>
            </a:extLst>
          </p:cNvPr>
          <p:cNvSpPr/>
          <p:nvPr/>
        </p:nvSpPr>
        <p:spPr>
          <a:xfrm>
            <a:off x="454139" y="341831"/>
            <a:ext cx="8237349" cy="4062493"/>
          </a:xfrm>
          <a:prstGeom prst="rect">
            <a:avLst/>
          </a:prstGeom>
          <a:solidFill>
            <a:schemeClr val="bg1"/>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66" name="Google Shape;66;p15">
            <a:extLst>
              <a:ext uri="{FF2B5EF4-FFF2-40B4-BE49-F238E27FC236}">
                <a16:creationId xmlns:a16="http://schemas.microsoft.com/office/drawing/2014/main" id="{799C3CEB-431C-F089-17CD-5C8D31C8A7F1}"/>
              </a:ext>
            </a:extLst>
          </p:cNvPr>
          <p:cNvSpPr txBox="1">
            <a:spLocks noGrp="1"/>
          </p:cNvSpPr>
          <p:nvPr>
            <p:ph type="title"/>
          </p:nvPr>
        </p:nvSpPr>
        <p:spPr>
          <a:xfrm>
            <a:off x="456384" y="407247"/>
            <a:ext cx="8520600" cy="572700"/>
          </a:xfrm>
          <a:prstGeom prst="rect">
            <a:avLst/>
          </a:prstGeom>
        </p:spPr>
        <p:txBody>
          <a:bodyPr spcFirstLastPara="1" wrap="square" lIns="91425" tIns="91425" rIns="91425" bIns="91425" anchor="t" anchorCtr="0">
            <a:normAutofit fontScale="90000"/>
          </a:bodyPr>
          <a:lstStyle/>
          <a:p>
            <a:r>
              <a:rPr lang="en" b="1">
                <a:solidFill>
                  <a:srgbClr val="4285F4"/>
                </a:solidFill>
                <a:latin typeface="Fairwater Script"/>
              </a:rPr>
              <a:t>Risks - Customer &amp; End User</a:t>
            </a:r>
            <a:endParaRPr b="1">
              <a:solidFill>
                <a:srgbClr val="4285F4"/>
              </a:solidFill>
              <a:latin typeface="Fairwater Script"/>
            </a:endParaRPr>
          </a:p>
        </p:txBody>
      </p:sp>
      <p:sp>
        <p:nvSpPr>
          <p:cNvPr id="67" name="Google Shape;67;p15">
            <a:extLst>
              <a:ext uri="{FF2B5EF4-FFF2-40B4-BE49-F238E27FC236}">
                <a16:creationId xmlns:a16="http://schemas.microsoft.com/office/drawing/2014/main" id="{778D8681-7046-DD98-7EA5-0250FADC03AF}"/>
              </a:ext>
            </a:extLst>
          </p:cNvPr>
          <p:cNvSpPr txBox="1">
            <a:spLocks noGrp="1"/>
          </p:cNvSpPr>
          <p:nvPr>
            <p:ph type="body" idx="1"/>
          </p:nvPr>
        </p:nvSpPr>
        <p:spPr>
          <a:xfrm>
            <a:off x="3979329" y="913747"/>
            <a:ext cx="4708288" cy="3496569"/>
          </a:xfrm>
          <a:prstGeom prst="rect">
            <a:avLst/>
          </a:prstGeom>
        </p:spPr>
        <p:txBody>
          <a:bodyPr spcFirstLastPara="1" wrap="square" lIns="91425" tIns="91425" rIns="91425" bIns="91425" anchor="t" anchorCtr="0">
            <a:normAutofit lnSpcReduction="10000"/>
          </a:bodyPr>
          <a:lstStyle/>
          <a:p>
            <a:pPr marL="400050" indent="-285750">
              <a:lnSpc>
                <a:spcPct val="100000"/>
              </a:lnSpc>
            </a:pPr>
            <a:r>
              <a:rPr lang="en-US" b="1">
                <a:solidFill>
                  <a:srgbClr val="4285F4"/>
                </a:solidFill>
                <a:latin typeface="Calibri"/>
                <a:ea typeface="Calibri"/>
              </a:rPr>
              <a:t>Risk: Students Bypass Guided Prompts</a:t>
            </a:r>
            <a:endParaRPr lang="en-US"/>
          </a:p>
          <a:p>
            <a:pPr lvl="1">
              <a:lnSpc>
                <a:spcPct val="100000"/>
              </a:lnSpc>
            </a:pPr>
            <a:r>
              <a:rPr lang="en-US">
                <a:solidFill>
                  <a:srgbClr val="4285F4"/>
                </a:solidFill>
                <a:latin typeface="Calibri"/>
                <a:ea typeface="Calibri"/>
              </a:rPr>
              <a:t>Probability: 4; Impact: 5</a:t>
            </a:r>
          </a:p>
          <a:p>
            <a:pPr lvl="1">
              <a:lnSpc>
                <a:spcPct val="100000"/>
              </a:lnSpc>
            </a:pPr>
            <a:r>
              <a:rPr lang="en-US">
                <a:solidFill>
                  <a:srgbClr val="4285F4"/>
                </a:solidFill>
                <a:latin typeface="Calibri"/>
                <a:ea typeface="Calibri"/>
              </a:rPr>
              <a:t>Mitigation: Employ gamification and reward users to keep them engaged.</a:t>
            </a:r>
            <a:endParaRPr lang="en-US">
              <a:solidFill>
                <a:srgbClr val="595959"/>
              </a:solidFill>
              <a:ea typeface="Calibri"/>
            </a:endParaRPr>
          </a:p>
          <a:p>
            <a:pPr lvl="1">
              <a:lnSpc>
                <a:spcPct val="100000"/>
              </a:lnSpc>
            </a:pPr>
            <a:r>
              <a:rPr lang="en-US">
                <a:solidFill>
                  <a:srgbClr val="4285F4"/>
                </a:solidFill>
                <a:latin typeface="Calibri"/>
                <a:ea typeface="Calibri"/>
              </a:rPr>
              <a:t>Expected reduction: Probability: 3; Impact: 3</a:t>
            </a:r>
            <a:endParaRPr lang="en-US">
              <a:solidFill>
                <a:srgbClr val="595959"/>
              </a:solidFill>
              <a:ea typeface="Calibri"/>
            </a:endParaRPr>
          </a:p>
          <a:p>
            <a:pPr>
              <a:lnSpc>
                <a:spcPct val="100000"/>
              </a:lnSpc>
            </a:pPr>
            <a:endParaRPr lang="en-US">
              <a:solidFill>
                <a:srgbClr val="4285F4"/>
              </a:solidFill>
              <a:latin typeface="Calibri"/>
              <a:ea typeface="Calibri"/>
            </a:endParaRPr>
          </a:p>
          <a:p>
            <a:pPr marL="400050" indent="-285750">
              <a:lnSpc>
                <a:spcPct val="100000"/>
              </a:lnSpc>
            </a:pPr>
            <a:r>
              <a:rPr lang="en-US" b="1">
                <a:solidFill>
                  <a:srgbClr val="7030A0"/>
                </a:solidFill>
                <a:latin typeface="Calibri"/>
                <a:ea typeface="Calibri"/>
              </a:rPr>
              <a:t>Risk: Students Find </a:t>
            </a:r>
            <a:r>
              <a:rPr lang="en-US" b="1" err="1">
                <a:solidFill>
                  <a:srgbClr val="7030A0"/>
                </a:solidFill>
                <a:latin typeface="Calibri"/>
                <a:ea typeface="Calibri"/>
              </a:rPr>
              <a:t>EduSense</a:t>
            </a:r>
            <a:r>
              <a:rPr lang="en-US" b="1">
                <a:solidFill>
                  <a:srgbClr val="7030A0"/>
                </a:solidFill>
                <a:latin typeface="Calibri"/>
                <a:ea typeface="Calibri"/>
              </a:rPr>
              <a:t> Cumbersome</a:t>
            </a:r>
          </a:p>
          <a:p>
            <a:pPr lvl="1">
              <a:lnSpc>
                <a:spcPct val="100000"/>
              </a:lnSpc>
            </a:pPr>
            <a:r>
              <a:rPr lang="en-US">
                <a:solidFill>
                  <a:srgbClr val="7030A0"/>
                </a:solidFill>
                <a:latin typeface="Calibri"/>
                <a:ea typeface="Calibri"/>
              </a:rPr>
              <a:t>Probability: 3; Impact: 4</a:t>
            </a:r>
          </a:p>
          <a:p>
            <a:pPr lvl="1">
              <a:lnSpc>
                <a:spcPct val="100000"/>
              </a:lnSpc>
            </a:pPr>
            <a:r>
              <a:rPr lang="en-US">
                <a:solidFill>
                  <a:srgbClr val="7030A0"/>
                </a:solidFill>
                <a:latin typeface="Calibri"/>
                <a:ea typeface="Calibri"/>
              </a:rPr>
              <a:t>Mitigation: </a:t>
            </a:r>
            <a:r>
              <a:rPr lang="en-US" err="1">
                <a:solidFill>
                  <a:srgbClr val="7030A0"/>
                </a:solidFill>
                <a:latin typeface="Calibri"/>
                <a:ea typeface="Calibri"/>
              </a:rPr>
              <a:t>EduSense</a:t>
            </a:r>
            <a:r>
              <a:rPr lang="en-US">
                <a:solidFill>
                  <a:srgbClr val="7030A0"/>
                </a:solidFill>
                <a:latin typeface="Calibri"/>
                <a:ea typeface="Calibri"/>
              </a:rPr>
              <a:t> will remember what concepts users have already mastered,       bypassing unnecessary prompts in future   sessions and incorporating periodic knowledge checks to ensure users don't forget what they've already learned.</a:t>
            </a:r>
          </a:p>
          <a:p>
            <a:pPr lvl="1">
              <a:lnSpc>
                <a:spcPct val="100000"/>
              </a:lnSpc>
            </a:pPr>
            <a:r>
              <a:rPr lang="en-US">
                <a:solidFill>
                  <a:srgbClr val="7030A0"/>
                </a:solidFill>
                <a:latin typeface="Calibri"/>
                <a:ea typeface="Calibri"/>
              </a:rPr>
              <a:t>Expected Reduction: Probability: 2; Impact: 3</a:t>
            </a:r>
            <a:endParaRPr lang="en-US">
              <a:solidFill>
                <a:srgbClr val="595959"/>
              </a:solidFill>
              <a:ea typeface="Calibri"/>
            </a:endParaRPr>
          </a:p>
        </p:txBody>
      </p:sp>
      <p:sp>
        <p:nvSpPr>
          <p:cNvPr id="2" name="Slide Number Placeholder 1">
            <a:extLst>
              <a:ext uri="{FF2B5EF4-FFF2-40B4-BE49-F238E27FC236}">
                <a16:creationId xmlns:a16="http://schemas.microsoft.com/office/drawing/2014/main" id="{04D0E232-4534-0800-A530-04DFEBFBF5D5}"/>
              </a:ext>
            </a:extLst>
          </p:cNvPr>
          <p:cNvSpPr>
            <a:spLocks noGrp="1"/>
          </p:cNvSpPr>
          <p:nvPr>
            <p:ph type="sldNum" idx="12"/>
          </p:nvPr>
        </p:nvSpPr>
        <p:spPr>
          <a:xfrm>
            <a:off x="8595439" y="4750027"/>
            <a:ext cx="548700" cy="393600"/>
          </a:xfrm>
        </p:spPr>
        <p:txBody>
          <a:bodyPr/>
          <a:lstStyle/>
          <a:p>
            <a:fld id="{00000000-1234-1234-1234-123412341234}" type="slidenum">
              <a:rPr lang="en"/>
              <a:t>20</a:t>
            </a:fld>
            <a:endParaRPr lang="en-GB"/>
          </a:p>
        </p:txBody>
      </p:sp>
      <p:sp>
        <p:nvSpPr>
          <p:cNvPr id="12" name="Rectangle 11">
            <a:extLst>
              <a:ext uri="{FF2B5EF4-FFF2-40B4-BE49-F238E27FC236}">
                <a16:creationId xmlns:a16="http://schemas.microsoft.com/office/drawing/2014/main" id="{848D2B95-602C-7C00-D713-F47A3ED5F761}"/>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graphicFrame>
        <p:nvGraphicFramePr>
          <p:cNvPr id="10" name="Table 9">
            <a:extLst>
              <a:ext uri="{FF2B5EF4-FFF2-40B4-BE49-F238E27FC236}">
                <a16:creationId xmlns:a16="http://schemas.microsoft.com/office/drawing/2014/main" id="{21DC6859-E9BF-5121-12D9-8D36527243A5}"/>
              </a:ext>
            </a:extLst>
          </p:cNvPr>
          <p:cNvGraphicFramePr>
            <a:graphicFrameLocks noGrp="1"/>
          </p:cNvGraphicFramePr>
          <p:nvPr>
            <p:extLst>
              <p:ext uri="{D42A27DB-BD31-4B8C-83A1-F6EECF244321}">
                <p14:modId xmlns:p14="http://schemas.microsoft.com/office/powerpoint/2010/main" val="4262130548"/>
              </p:ext>
            </p:extLst>
          </p:nvPr>
        </p:nvGraphicFramePr>
        <p:xfrm>
          <a:off x="696447" y="980725"/>
          <a:ext cx="3200400" cy="3200400"/>
        </p:xfrm>
        <a:graphic>
          <a:graphicData uri="http://schemas.openxmlformats.org/drawingml/2006/table">
            <a:tbl>
              <a:tblPr>
                <a:tableStyleId>{BC89EF96-8CEA-46FF-86C4-4CE0E7609802}</a:tableStyleId>
              </a:tblPr>
              <a:tblGrid>
                <a:gridCol w="457200">
                  <a:extLst>
                    <a:ext uri="{9D8B030D-6E8A-4147-A177-3AD203B41FA5}">
                      <a16:colId xmlns:a16="http://schemas.microsoft.com/office/drawing/2014/main" val="3037145696"/>
                    </a:ext>
                  </a:extLst>
                </a:gridCol>
                <a:gridCol w="457200">
                  <a:extLst>
                    <a:ext uri="{9D8B030D-6E8A-4147-A177-3AD203B41FA5}">
                      <a16:colId xmlns:a16="http://schemas.microsoft.com/office/drawing/2014/main" val="89151350"/>
                    </a:ext>
                  </a:extLst>
                </a:gridCol>
                <a:gridCol w="457200">
                  <a:extLst>
                    <a:ext uri="{9D8B030D-6E8A-4147-A177-3AD203B41FA5}">
                      <a16:colId xmlns:a16="http://schemas.microsoft.com/office/drawing/2014/main" val="4042017803"/>
                    </a:ext>
                  </a:extLst>
                </a:gridCol>
                <a:gridCol w="457200">
                  <a:extLst>
                    <a:ext uri="{9D8B030D-6E8A-4147-A177-3AD203B41FA5}">
                      <a16:colId xmlns:a16="http://schemas.microsoft.com/office/drawing/2014/main" val="2142139477"/>
                    </a:ext>
                  </a:extLst>
                </a:gridCol>
                <a:gridCol w="457200">
                  <a:extLst>
                    <a:ext uri="{9D8B030D-6E8A-4147-A177-3AD203B41FA5}">
                      <a16:colId xmlns:a16="http://schemas.microsoft.com/office/drawing/2014/main" val="1588049007"/>
                    </a:ext>
                  </a:extLst>
                </a:gridCol>
                <a:gridCol w="457200">
                  <a:extLst>
                    <a:ext uri="{9D8B030D-6E8A-4147-A177-3AD203B41FA5}">
                      <a16:colId xmlns:a16="http://schemas.microsoft.com/office/drawing/2014/main" val="2866319481"/>
                    </a:ext>
                  </a:extLst>
                </a:gridCol>
                <a:gridCol w="457200">
                  <a:extLst>
                    <a:ext uri="{9D8B030D-6E8A-4147-A177-3AD203B41FA5}">
                      <a16:colId xmlns:a16="http://schemas.microsoft.com/office/drawing/2014/main" val="2125499233"/>
                    </a:ext>
                  </a:extLst>
                </a:gridCol>
              </a:tblGrid>
              <a:tr h="457200">
                <a:tc rowSpan="6">
                  <a:txBody>
                    <a:bodyPr/>
                    <a:lstStyle/>
                    <a:p>
                      <a:pPr lvl="0" algn="r">
                        <a:buNone/>
                      </a:pPr>
                      <a:endParaRPr lang="en-GB">
                        <a:solidFill>
                          <a:schemeClr val="accent1"/>
                        </a:solidFill>
                        <a:latin typeface="Calibri"/>
                      </a:endParaRPr>
                    </a:p>
                  </a:txBody>
                  <a:tcPr marT="91440" marB="91440" anchor="ctr"/>
                </a:tc>
                <a:tc>
                  <a:txBody>
                    <a:bodyPr/>
                    <a:lstStyle/>
                    <a:p>
                      <a:pPr algn="r"/>
                      <a:r>
                        <a:rPr lang="en-GB">
                          <a:solidFill>
                            <a:schemeClr val="accent1"/>
                          </a:solidFill>
                          <a:latin typeface="Calibri"/>
                        </a:rPr>
                        <a:t>5</a:t>
                      </a:r>
                    </a:p>
                  </a:txBody>
                  <a:tcPr marT="91440" marB="91440" anchor="ctr"/>
                </a:tc>
                <a:tc>
                  <a:txBody>
                    <a:bodyPr/>
                    <a:lstStyle/>
                    <a:p>
                      <a:pPr algn="ctr"/>
                      <a:endParaRPr lang="en-GB">
                        <a:solidFill>
                          <a:schemeClr val="accent1"/>
                        </a:solidFill>
                        <a:latin typeface="Calibri"/>
                      </a:endParaRPr>
                    </a:p>
                  </a:txBody>
                  <a:tcPr marT="91440" marB="91440" anchor="b">
                    <a:solidFill>
                      <a:srgbClr val="FFC000"/>
                    </a:solidFill>
                  </a:tcPr>
                </a:tc>
                <a:tc>
                  <a:txBody>
                    <a:bodyPr/>
                    <a:lstStyle/>
                    <a:p>
                      <a:pPr algn="ctr"/>
                      <a:endParaRPr lang="en-GB">
                        <a:solidFill>
                          <a:schemeClr val="accent1"/>
                        </a:solidFill>
                        <a:latin typeface="Calibri"/>
                      </a:endParaRPr>
                    </a:p>
                  </a:txBody>
                  <a:tcPr marT="91440" marB="91440" anchor="b">
                    <a:solidFill>
                      <a:srgbClr val="FF0000"/>
                    </a:solidFill>
                  </a:tcPr>
                </a:tc>
                <a:tc>
                  <a:txBody>
                    <a:bodyPr/>
                    <a:lstStyle/>
                    <a:p>
                      <a:pPr algn="ctr"/>
                      <a:endParaRPr lang="en-GB">
                        <a:solidFill>
                          <a:schemeClr val="accent1"/>
                        </a:solidFill>
                        <a:latin typeface="Calibri"/>
                      </a:endParaRPr>
                    </a:p>
                  </a:txBody>
                  <a:tcPr marT="91440" marB="91440" anchor="b">
                    <a:solidFill>
                      <a:srgbClr val="FF0000"/>
                    </a:solidFill>
                  </a:tcPr>
                </a:tc>
                <a:tc>
                  <a:txBody>
                    <a:bodyPr/>
                    <a:lstStyle/>
                    <a:p>
                      <a:pPr lvl="0" algn="ctr">
                        <a:buNone/>
                      </a:pPr>
                      <a:endParaRPr lang="en-GB">
                        <a:solidFill>
                          <a:schemeClr val="accent1"/>
                        </a:solidFill>
                        <a:latin typeface="Calibri"/>
                      </a:endParaRPr>
                    </a:p>
                  </a:txBody>
                  <a:tcPr marT="91440" marB="91440" anchor="b">
                    <a:solidFill>
                      <a:srgbClr val="FF0000"/>
                    </a:solidFill>
                  </a:tcPr>
                </a:tc>
                <a:tc>
                  <a:txBody>
                    <a:bodyPr/>
                    <a:lstStyle/>
                    <a:p>
                      <a:pPr lvl="0" algn="ctr">
                        <a:buNone/>
                      </a:pPr>
                      <a:endParaRPr lang="en-GB">
                        <a:solidFill>
                          <a:schemeClr val="accent1"/>
                        </a:solidFill>
                        <a:latin typeface="Calibri"/>
                      </a:endParaRPr>
                    </a:p>
                  </a:txBody>
                  <a:tcPr marT="91440" marB="91440" anchor="b">
                    <a:solidFill>
                      <a:srgbClr val="FF0000"/>
                    </a:solidFill>
                  </a:tcPr>
                </a:tc>
                <a:extLst>
                  <a:ext uri="{0D108BD9-81ED-4DB2-BD59-A6C34878D82A}">
                    <a16:rowId xmlns:a16="http://schemas.microsoft.com/office/drawing/2014/main" val="4009174087"/>
                  </a:ext>
                </a:extLst>
              </a:tr>
              <a:tr h="457200">
                <a:tc vMerge="1">
                  <a:txBody>
                    <a:bodyPr/>
                    <a:lstStyle/>
                    <a:p>
                      <a:endParaRPr lang="en-US"/>
                    </a:p>
                  </a:txBody>
                  <a:tcPr marT="91440" marB="91440" anchor="ctr"/>
                </a:tc>
                <a:tc>
                  <a:txBody>
                    <a:bodyPr/>
                    <a:lstStyle/>
                    <a:p>
                      <a:pPr algn="r"/>
                      <a:r>
                        <a:rPr lang="en-GB">
                          <a:solidFill>
                            <a:schemeClr val="accent1"/>
                          </a:solidFill>
                          <a:latin typeface="Calibri"/>
                        </a:rPr>
                        <a:t>4</a:t>
                      </a:r>
                    </a:p>
                  </a:txBody>
                  <a:tcPr marT="91440" marB="91440" anchor="ctr"/>
                </a:tc>
                <a:tc>
                  <a:txBody>
                    <a:bodyPr/>
                    <a:lstStyle/>
                    <a:p>
                      <a:pPr algn="ctr"/>
                      <a:endParaRPr lang="en-GB">
                        <a:solidFill>
                          <a:schemeClr val="accent1"/>
                        </a:solidFill>
                        <a:latin typeface="Calibri"/>
                      </a:endParaRPr>
                    </a:p>
                  </a:txBody>
                  <a:tcPr marT="91440" marB="91440" anchor="ctr">
                    <a:solidFill>
                      <a:srgbClr val="FFFF00"/>
                    </a:solidFill>
                  </a:tcPr>
                </a:tc>
                <a:tc>
                  <a:txBody>
                    <a:bodyPr/>
                    <a:lstStyle/>
                    <a:p>
                      <a:pPr algn="ctr"/>
                      <a:endParaRPr lang="en-GB">
                        <a:solidFill>
                          <a:schemeClr val="accent1"/>
                        </a:solidFill>
                        <a:latin typeface="Calibri"/>
                      </a:endParaRPr>
                    </a:p>
                  </a:txBody>
                  <a:tcPr marT="91440" marB="91440" anchor="ctr">
                    <a:solidFill>
                      <a:srgbClr val="FFC000"/>
                    </a:solidFill>
                  </a:tcPr>
                </a:tc>
                <a:tc>
                  <a:txBody>
                    <a:bodyPr/>
                    <a:lstStyle/>
                    <a:p>
                      <a:pPr algn="ctr"/>
                      <a:endParaRPr lang="en-GB">
                        <a:solidFill>
                          <a:schemeClr val="accent1"/>
                        </a:solidFill>
                        <a:latin typeface="Calibri"/>
                      </a:endParaRPr>
                    </a:p>
                  </a:txBody>
                  <a:tcPr marT="91440" marB="91440" anchor="ctr">
                    <a:solidFill>
                      <a:srgbClr val="FFC000"/>
                    </a:solidFill>
                  </a:tcPr>
                </a:tc>
                <a:tc>
                  <a:txBody>
                    <a:bodyPr/>
                    <a:lstStyle/>
                    <a:p>
                      <a:pPr lvl="0" algn="ctr">
                        <a:buNone/>
                      </a:pPr>
                      <a:endParaRPr lang="en-GB">
                        <a:solidFill>
                          <a:schemeClr val="accent1"/>
                        </a:solidFill>
                        <a:latin typeface="Calibri"/>
                      </a:endParaRPr>
                    </a:p>
                  </a:txBody>
                  <a:tcPr marT="91440" marB="91440" anchor="ctr">
                    <a:solidFill>
                      <a:srgbClr val="FF0000"/>
                    </a:solidFill>
                  </a:tcPr>
                </a:tc>
                <a:tc>
                  <a:txBody>
                    <a:bodyPr/>
                    <a:lstStyle/>
                    <a:p>
                      <a:pPr lvl="0" algn="ctr">
                        <a:buNone/>
                      </a:pPr>
                      <a:endParaRPr lang="en-GB">
                        <a:solidFill>
                          <a:schemeClr val="accent1"/>
                        </a:solidFill>
                        <a:latin typeface="Calibri"/>
                      </a:endParaRPr>
                    </a:p>
                  </a:txBody>
                  <a:tcPr marT="91440" marB="91440" anchor="ctr">
                    <a:solidFill>
                      <a:srgbClr val="FF0000"/>
                    </a:solidFill>
                  </a:tcPr>
                </a:tc>
                <a:extLst>
                  <a:ext uri="{0D108BD9-81ED-4DB2-BD59-A6C34878D82A}">
                    <a16:rowId xmlns:a16="http://schemas.microsoft.com/office/drawing/2014/main" val="2353384801"/>
                  </a:ext>
                </a:extLst>
              </a:tr>
              <a:tr h="457200">
                <a:tc vMerge="1">
                  <a:txBody>
                    <a:bodyPr/>
                    <a:lstStyle/>
                    <a:p>
                      <a:endParaRPr lang="en-US"/>
                    </a:p>
                  </a:txBody>
                  <a:tcPr marT="91440" marB="91440" anchor="ctr"/>
                </a:tc>
                <a:tc>
                  <a:txBody>
                    <a:bodyPr/>
                    <a:lstStyle/>
                    <a:p>
                      <a:pPr algn="r"/>
                      <a:r>
                        <a:rPr lang="en-GB">
                          <a:solidFill>
                            <a:schemeClr val="accent1"/>
                          </a:solidFill>
                          <a:latin typeface="Calibri"/>
                        </a:rPr>
                        <a:t>3</a:t>
                      </a:r>
                    </a:p>
                  </a:txBody>
                  <a:tcPr marT="91440" marB="91440" anchor="ctr"/>
                </a:tc>
                <a:tc>
                  <a:txBody>
                    <a:bodyPr/>
                    <a:lstStyle/>
                    <a:p>
                      <a:pPr algn="ctr"/>
                      <a:endParaRPr lang="en-GB">
                        <a:solidFill>
                          <a:schemeClr val="accent1"/>
                        </a:solidFill>
                        <a:latin typeface="Calibri"/>
                      </a:endParaRPr>
                    </a:p>
                  </a:txBody>
                  <a:tcPr marT="91440" marB="91440" anchor="ctr">
                    <a:solidFill>
                      <a:srgbClr val="92D050"/>
                    </a:solidFill>
                  </a:tcPr>
                </a:tc>
                <a:tc>
                  <a:txBody>
                    <a:bodyPr/>
                    <a:lstStyle/>
                    <a:p>
                      <a:pPr algn="ctr"/>
                      <a:endParaRPr lang="en-GB">
                        <a:solidFill>
                          <a:schemeClr val="accent1"/>
                        </a:solidFill>
                        <a:latin typeface="Calibri"/>
                      </a:endParaRPr>
                    </a:p>
                  </a:txBody>
                  <a:tcPr marT="91440" marB="91440" anchor="ctr">
                    <a:solidFill>
                      <a:srgbClr val="FFFF00"/>
                    </a:solidFill>
                  </a:tcPr>
                </a:tc>
                <a:tc>
                  <a:txBody>
                    <a:bodyPr/>
                    <a:lstStyle/>
                    <a:p>
                      <a:pPr algn="ctr"/>
                      <a:endParaRPr lang="en-GB">
                        <a:solidFill>
                          <a:schemeClr val="accent1"/>
                        </a:solidFill>
                        <a:latin typeface="Calibri"/>
                      </a:endParaRPr>
                    </a:p>
                  </a:txBody>
                  <a:tcPr marT="91440" marB="91440" anchor="ctr">
                    <a:solidFill>
                      <a:srgbClr val="FFC000"/>
                    </a:solidFill>
                  </a:tcPr>
                </a:tc>
                <a:tc>
                  <a:txBody>
                    <a:bodyPr/>
                    <a:lstStyle/>
                    <a:p>
                      <a:pPr lvl="0" algn="ctr">
                        <a:buNone/>
                      </a:pPr>
                      <a:endParaRPr lang="en-GB">
                        <a:solidFill>
                          <a:schemeClr val="accent1"/>
                        </a:solidFill>
                        <a:latin typeface="Calibri"/>
                      </a:endParaRPr>
                    </a:p>
                  </a:txBody>
                  <a:tcPr marT="91440" marB="91440" anchor="ctr">
                    <a:solidFill>
                      <a:srgbClr val="FFC000"/>
                    </a:solidFill>
                  </a:tcPr>
                </a:tc>
                <a:tc>
                  <a:txBody>
                    <a:bodyPr/>
                    <a:lstStyle/>
                    <a:p>
                      <a:pPr lvl="0" algn="ctr">
                        <a:buNone/>
                      </a:pPr>
                      <a:endParaRPr lang="en-GB">
                        <a:solidFill>
                          <a:schemeClr val="accent1"/>
                        </a:solidFill>
                        <a:latin typeface="Calibri"/>
                      </a:endParaRPr>
                    </a:p>
                  </a:txBody>
                  <a:tcPr marT="91440" marB="91440" anchor="ctr">
                    <a:solidFill>
                      <a:srgbClr val="FF0000"/>
                    </a:solidFill>
                  </a:tcPr>
                </a:tc>
                <a:extLst>
                  <a:ext uri="{0D108BD9-81ED-4DB2-BD59-A6C34878D82A}">
                    <a16:rowId xmlns:a16="http://schemas.microsoft.com/office/drawing/2014/main" val="1156852965"/>
                  </a:ext>
                </a:extLst>
              </a:tr>
              <a:tr h="457200">
                <a:tc vMerge="1">
                  <a:txBody>
                    <a:bodyPr/>
                    <a:lstStyle/>
                    <a:p>
                      <a:endParaRPr lang="en-US"/>
                    </a:p>
                  </a:txBody>
                  <a:tcPr marT="91440" marB="91440" anchor="ctr"/>
                </a:tc>
                <a:tc>
                  <a:txBody>
                    <a:bodyPr/>
                    <a:lstStyle/>
                    <a:p>
                      <a:pPr algn="r"/>
                      <a:r>
                        <a:rPr lang="en-GB">
                          <a:solidFill>
                            <a:schemeClr val="accent1"/>
                          </a:solidFill>
                          <a:latin typeface="Calibri"/>
                        </a:rPr>
                        <a:t>2</a:t>
                      </a:r>
                    </a:p>
                  </a:txBody>
                  <a:tcPr marT="91440" marB="91440" anchor="ctr"/>
                </a:tc>
                <a:tc>
                  <a:txBody>
                    <a:bodyPr/>
                    <a:lstStyle/>
                    <a:p>
                      <a:pPr algn="ctr"/>
                      <a:endParaRPr lang="en-GB">
                        <a:solidFill>
                          <a:schemeClr val="accent1"/>
                        </a:solidFill>
                        <a:latin typeface="Calibri"/>
                      </a:endParaRPr>
                    </a:p>
                  </a:txBody>
                  <a:tcPr marT="91440" marB="91440" anchor="ctr">
                    <a:solidFill>
                      <a:srgbClr val="92D050"/>
                    </a:solidFill>
                  </a:tcPr>
                </a:tc>
                <a:tc>
                  <a:txBody>
                    <a:bodyPr/>
                    <a:lstStyle/>
                    <a:p>
                      <a:pPr algn="ctr"/>
                      <a:endParaRPr lang="en-GB">
                        <a:solidFill>
                          <a:schemeClr val="accent1"/>
                        </a:solidFill>
                        <a:latin typeface="Calibri"/>
                      </a:endParaRPr>
                    </a:p>
                  </a:txBody>
                  <a:tcPr marT="91440" marB="91440" anchor="ctr">
                    <a:solidFill>
                      <a:srgbClr val="FFFF00"/>
                    </a:solidFill>
                  </a:tcPr>
                </a:tc>
                <a:tc>
                  <a:txBody>
                    <a:bodyPr/>
                    <a:lstStyle/>
                    <a:p>
                      <a:pPr algn="ctr"/>
                      <a:endParaRPr lang="en-GB">
                        <a:solidFill>
                          <a:schemeClr val="accent1"/>
                        </a:solidFill>
                        <a:latin typeface="Calibri"/>
                      </a:endParaRPr>
                    </a:p>
                  </a:txBody>
                  <a:tcPr marT="91440" marB="91440" anchor="ctr">
                    <a:solidFill>
                      <a:srgbClr val="FFFF00"/>
                    </a:solidFill>
                  </a:tcPr>
                </a:tc>
                <a:tc>
                  <a:txBody>
                    <a:bodyPr/>
                    <a:lstStyle/>
                    <a:p>
                      <a:pPr lvl="0" algn="ctr">
                        <a:buNone/>
                      </a:pPr>
                      <a:endParaRPr lang="en-GB">
                        <a:solidFill>
                          <a:schemeClr val="accent1"/>
                        </a:solidFill>
                        <a:latin typeface="Calibri"/>
                      </a:endParaRPr>
                    </a:p>
                  </a:txBody>
                  <a:tcPr marT="91440" marB="91440" anchor="ctr">
                    <a:solidFill>
                      <a:srgbClr val="FFC000"/>
                    </a:solidFill>
                  </a:tcPr>
                </a:tc>
                <a:tc>
                  <a:txBody>
                    <a:bodyPr/>
                    <a:lstStyle/>
                    <a:p>
                      <a:pPr lvl="0" algn="ctr">
                        <a:buNone/>
                      </a:pPr>
                      <a:endParaRPr lang="en-GB">
                        <a:solidFill>
                          <a:schemeClr val="accent1"/>
                        </a:solidFill>
                        <a:latin typeface="Calibri"/>
                      </a:endParaRPr>
                    </a:p>
                  </a:txBody>
                  <a:tcPr marT="91440" marB="91440" anchor="ctr">
                    <a:solidFill>
                      <a:srgbClr val="FFC000"/>
                    </a:solidFill>
                  </a:tcPr>
                </a:tc>
                <a:extLst>
                  <a:ext uri="{0D108BD9-81ED-4DB2-BD59-A6C34878D82A}">
                    <a16:rowId xmlns:a16="http://schemas.microsoft.com/office/drawing/2014/main" val="1788437767"/>
                  </a:ext>
                </a:extLst>
              </a:tr>
              <a:tr h="457200">
                <a:tc vMerge="1">
                  <a:txBody>
                    <a:bodyPr/>
                    <a:lstStyle/>
                    <a:p>
                      <a:endParaRPr lang="en-US"/>
                    </a:p>
                  </a:txBody>
                  <a:tcPr marT="91440" marB="91440" anchor="ctr"/>
                </a:tc>
                <a:tc>
                  <a:txBody>
                    <a:bodyPr/>
                    <a:lstStyle/>
                    <a:p>
                      <a:pPr algn="r"/>
                      <a:r>
                        <a:rPr lang="en-GB">
                          <a:solidFill>
                            <a:schemeClr val="accent1"/>
                          </a:solidFill>
                          <a:latin typeface="Calibri"/>
                        </a:rPr>
                        <a:t>1</a:t>
                      </a:r>
                    </a:p>
                  </a:txBody>
                  <a:tcPr marT="91440" marB="91440" anchor="ctr"/>
                </a:tc>
                <a:tc>
                  <a:txBody>
                    <a:bodyPr/>
                    <a:lstStyle/>
                    <a:p>
                      <a:pPr algn="ctr"/>
                      <a:endParaRPr lang="en-GB">
                        <a:solidFill>
                          <a:schemeClr val="accent1"/>
                        </a:solidFill>
                        <a:latin typeface="Calibri"/>
                      </a:endParaRPr>
                    </a:p>
                  </a:txBody>
                  <a:tcPr marT="91440" marB="91440" anchor="ctr">
                    <a:solidFill>
                      <a:srgbClr val="92D050"/>
                    </a:solidFill>
                  </a:tcPr>
                </a:tc>
                <a:tc>
                  <a:txBody>
                    <a:bodyPr/>
                    <a:lstStyle/>
                    <a:p>
                      <a:pPr algn="ctr"/>
                      <a:endParaRPr lang="en-GB">
                        <a:solidFill>
                          <a:schemeClr val="accent1"/>
                        </a:solidFill>
                        <a:latin typeface="Calibri"/>
                      </a:endParaRPr>
                    </a:p>
                  </a:txBody>
                  <a:tcPr marT="91440" marB="91440" anchor="ctr">
                    <a:solidFill>
                      <a:srgbClr val="92D050"/>
                    </a:solidFill>
                  </a:tcPr>
                </a:tc>
                <a:tc>
                  <a:txBody>
                    <a:bodyPr/>
                    <a:lstStyle/>
                    <a:p>
                      <a:pPr algn="ctr"/>
                      <a:endParaRPr lang="en-GB">
                        <a:solidFill>
                          <a:schemeClr val="accent1"/>
                        </a:solidFill>
                        <a:latin typeface="Calibri"/>
                      </a:endParaRPr>
                    </a:p>
                  </a:txBody>
                  <a:tcPr marT="91440" marB="91440" anchor="ctr">
                    <a:solidFill>
                      <a:srgbClr val="FFFF00"/>
                    </a:solidFill>
                  </a:tcPr>
                </a:tc>
                <a:tc>
                  <a:txBody>
                    <a:bodyPr/>
                    <a:lstStyle/>
                    <a:p>
                      <a:pPr lvl="0" algn="ctr">
                        <a:buNone/>
                      </a:pPr>
                      <a:endParaRPr lang="en-GB">
                        <a:solidFill>
                          <a:schemeClr val="accent1"/>
                        </a:solidFill>
                        <a:latin typeface="Calibri"/>
                      </a:endParaRPr>
                    </a:p>
                  </a:txBody>
                  <a:tcPr marT="91440" marB="91440" anchor="ctr">
                    <a:solidFill>
                      <a:srgbClr val="FFFF00"/>
                    </a:solidFill>
                  </a:tcPr>
                </a:tc>
                <a:tc>
                  <a:txBody>
                    <a:bodyPr/>
                    <a:lstStyle/>
                    <a:p>
                      <a:pPr lvl="0" algn="ctr">
                        <a:buNone/>
                      </a:pPr>
                      <a:endParaRPr lang="en-GB">
                        <a:solidFill>
                          <a:schemeClr val="accent1"/>
                        </a:solidFill>
                        <a:latin typeface="Calibri"/>
                      </a:endParaRPr>
                    </a:p>
                  </a:txBody>
                  <a:tcPr marT="91440" marB="91440" anchor="ctr">
                    <a:solidFill>
                      <a:srgbClr val="FFC000"/>
                    </a:solidFill>
                  </a:tcPr>
                </a:tc>
                <a:extLst>
                  <a:ext uri="{0D108BD9-81ED-4DB2-BD59-A6C34878D82A}">
                    <a16:rowId xmlns:a16="http://schemas.microsoft.com/office/drawing/2014/main" val="2414783000"/>
                  </a:ext>
                </a:extLst>
              </a:tr>
              <a:tr h="457200">
                <a:tc vMerge="1">
                  <a:txBody>
                    <a:bodyPr/>
                    <a:lstStyle/>
                    <a:p>
                      <a:endParaRPr lang="en-US"/>
                    </a:p>
                  </a:txBody>
                  <a:tcPr marT="91440" marB="91440" anchor="ctr"/>
                </a:tc>
                <a:tc>
                  <a:txBody>
                    <a:bodyPr/>
                    <a:lstStyle/>
                    <a:p>
                      <a:pPr lvl="0" algn="ctr">
                        <a:buNone/>
                      </a:pPr>
                      <a:endParaRPr lang="en-GB">
                        <a:solidFill>
                          <a:schemeClr val="accent1"/>
                        </a:solidFill>
                        <a:latin typeface="Calibri"/>
                      </a:endParaRPr>
                    </a:p>
                  </a:txBody>
                  <a:tcPr marT="91440" marB="91440" anchor="ctr"/>
                </a:tc>
                <a:tc>
                  <a:txBody>
                    <a:bodyPr/>
                    <a:lstStyle/>
                    <a:p>
                      <a:pPr lvl="0" algn="ctr">
                        <a:buNone/>
                      </a:pPr>
                      <a:r>
                        <a:rPr lang="en-GB">
                          <a:solidFill>
                            <a:schemeClr val="accent1"/>
                          </a:solidFill>
                          <a:latin typeface="Calibri"/>
                        </a:rPr>
                        <a:t>1</a:t>
                      </a:r>
                    </a:p>
                  </a:txBody>
                  <a:tcPr marT="91440" marB="91440"/>
                </a:tc>
                <a:tc>
                  <a:txBody>
                    <a:bodyPr/>
                    <a:lstStyle/>
                    <a:p>
                      <a:pPr lvl="0" algn="ctr">
                        <a:buNone/>
                      </a:pPr>
                      <a:r>
                        <a:rPr lang="en-GB">
                          <a:solidFill>
                            <a:schemeClr val="accent1"/>
                          </a:solidFill>
                          <a:latin typeface="Calibri"/>
                        </a:rPr>
                        <a:t>2</a:t>
                      </a:r>
                    </a:p>
                  </a:txBody>
                  <a:tcPr marT="91440" marB="91440"/>
                </a:tc>
                <a:tc>
                  <a:txBody>
                    <a:bodyPr/>
                    <a:lstStyle/>
                    <a:p>
                      <a:pPr lvl="0" algn="ctr">
                        <a:buNone/>
                      </a:pPr>
                      <a:r>
                        <a:rPr lang="en-GB">
                          <a:solidFill>
                            <a:schemeClr val="accent1"/>
                          </a:solidFill>
                          <a:latin typeface="Calibri"/>
                        </a:rPr>
                        <a:t>3</a:t>
                      </a:r>
                    </a:p>
                  </a:txBody>
                  <a:tcPr marT="91440" marB="91440">
                    <a:solidFill>
                      <a:schemeClr val="bg1"/>
                    </a:solidFill>
                  </a:tcPr>
                </a:tc>
                <a:tc>
                  <a:txBody>
                    <a:bodyPr/>
                    <a:lstStyle/>
                    <a:p>
                      <a:pPr lvl="0" algn="ctr">
                        <a:buNone/>
                      </a:pPr>
                      <a:r>
                        <a:rPr lang="en-GB">
                          <a:solidFill>
                            <a:schemeClr val="accent1"/>
                          </a:solidFill>
                          <a:latin typeface="Calibri"/>
                        </a:rPr>
                        <a:t>4</a:t>
                      </a:r>
                    </a:p>
                  </a:txBody>
                  <a:tcPr marT="91440" marB="91440">
                    <a:solidFill>
                      <a:schemeClr val="bg1"/>
                    </a:solidFill>
                  </a:tcPr>
                </a:tc>
                <a:tc>
                  <a:txBody>
                    <a:bodyPr/>
                    <a:lstStyle/>
                    <a:p>
                      <a:pPr lvl="0" algn="ctr">
                        <a:buNone/>
                      </a:pPr>
                      <a:r>
                        <a:rPr lang="en-GB">
                          <a:solidFill>
                            <a:schemeClr val="accent1"/>
                          </a:solidFill>
                          <a:latin typeface="Calibri"/>
                        </a:rPr>
                        <a:t>5</a:t>
                      </a:r>
                    </a:p>
                  </a:txBody>
                  <a:tcPr marT="91440" marB="91440">
                    <a:solidFill>
                      <a:schemeClr val="bg1"/>
                    </a:solidFill>
                  </a:tcPr>
                </a:tc>
                <a:extLst>
                  <a:ext uri="{0D108BD9-81ED-4DB2-BD59-A6C34878D82A}">
                    <a16:rowId xmlns:a16="http://schemas.microsoft.com/office/drawing/2014/main" val="4185598894"/>
                  </a:ext>
                </a:extLst>
              </a:tr>
              <a:tr h="457200">
                <a:tc>
                  <a:txBody>
                    <a:bodyPr/>
                    <a:lstStyle/>
                    <a:p>
                      <a:pPr lvl="0" algn="ctr">
                        <a:buNone/>
                      </a:pPr>
                      <a:endParaRPr lang="en-GB">
                        <a:solidFill>
                          <a:schemeClr val="accent1"/>
                        </a:solidFill>
                        <a:latin typeface="Calibri"/>
                      </a:endParaRPr>
                    </a:p>
                  </a:txBody>
                  <a:tcPr marT="91440" marB="91440" anchor="ctr"/>
                </a:tc>
                <a:tc gridSpan="6">
                  <a:txBody>
                    <a:bodyPr/>
                    <a:lstStyle/>
                    <a:p>
                      <a:pPr lvl="0" algn="ctr">
                        <a:buNone/>
                      </a:pPr>
                      <a:r>
                        <a:rPr lang="en-GB">
                          <a:solidFill>
                            <a:schemeClr val="accent1"/>
                          </a:solidFill>
                          <a:latin typeface="Calibri"/>
                        </a:rPr>
                        <a:t>Impact</a:t>
                      </a:r>
                    </a:p>
                  </a:txBody>
                  <a:tcPr marT="91440" marB="91440"/>
                </a:tc>
                <a:tc hMerge="1">
                  <a:txBody>
                    <a:bodyPr/>
                    <a:lstStyle/>
                    <a:p>
                      <a:endParaRPr lang="en-US"/>
                    </a:p>
                  </a:txBody>
                  <a:tcPr marT="91440" marB="91440"/>
                </a:tc>
                <a:tc hMerge="1">
                  <a:txBody>
                    <a:bodyPr/>
                    <a:lstStyle/>
                    <a:p>
                      <a:endParaRPr lang="en-US"/>
                    </a:p>
                  </a:txBody>
                  <a:tcPr marT="91440" marB="91440"/>
                </a:tc>
                <a:tc hMerge="1">
                  <a:txBody>
                    <a:bodyPr/>
                    <a:lstStyle/>
                    <a:p>
                      <a:endParaRPr lang="en-US"/>
                    </a:p>
                  </a:txBody>
                  <a:tcPr marT="91440" marB="91440">
                    <a:solidFill>
                      <a:srgbClr val="ED7D31"/>
                    </a:solidFill>
                  </a:tcPr>
                </a:tc>
                <a:tc hMerge="1">
                  <a:txBody>
                    <a:bodyPr/>
                    <a:lstStyle/>
                    <a:p>
                      <a:endParaRPr lang="en-US"/>
                    </a:p>
                  </a:txBody>
                  <a:tcPr marT="91440" marB="91440">
                    <a:solidFill>
                      <a:srgbClr val="ED7D31"/>
                    </a:solidFill>
                  </a:tcPr>
                </a:tc>
                <a:tc hMerge="1">
                  <a:txBody>
                    <a:bodyPr/>
                    <a:lstStyle/>
                    <a:p>
                      <a:endParaRPr lang="en-US"/>
                    </a:p>
                  </a:txBody>
                  <a:tcPr marT="91440" marB="91440">
                    <a:solidFill>
                      <a:srgbClr val="ED7D31"/>
                    </a:solidFill>
                  </a:tcPr>
                </a:tc>
                <a:extLst>
                  <a:ext uri="{0D108BD9-81ED-4DB2-BD59-A6C34878D82A}">
                    <a16:rowId xmlns:a16="http://schemas.microsoft.com/office/drawing/2014/main" val="3478734802"/>
                  </a:ext>
                </a:extLst>
              </a:tr>
            </a:tbl>
          </a:graphicData>
        </a:graphic>
      </p:graphicFrame>
      <p:sp>
        <p:nvSpPr>
          <p:cNvPr id="16" name="TextBox 15">
            <a:extLst>
              <a:ext uri="{FF2B5EF4-FFF2-40B4-BE49-F238E27FC236}">
                <a16:creationId xmlns:a16="http://schemas.microsoft.com/office/drawing/2014/main" id="{9454D86A-CEB6-3390-8D0E-21B370327329}"/>
              </a:ext>
            </a:extLst>
          </p:cNvPr>
          <p:cNvSpPr txBox="1"/>
          <p:nvPr/>
        </p:nvSpPr>
        <p:spPr>
          <a:xfrm rot="5400000">
            <a:off x="-411010" y="2191516"/>
            <a:ext cx="2758858"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a:solidFill>
                  <a:schemeClr val="accent1"/>
                </a:solidFill>
                <a:latin typeface="Calibri"/>
              </a:rPr>
              <a:t>Probability</a:t>
            </a:r>
          </a:p>
        </p:txBody>
      </p:sp>
      <p:sp>
        <p:nvSpPr>
          <p:cNvPr id="18" name="Oval 17">
            <a:extLst>
              <a:ext uri="{FF2B5EF4-FFF2-40B4-BE49-F238E27FC236}">
                <a16:creationId xmlns:a16="http://schemas.microsoft.com/office/drawing/2014/main" id="{04503B47-D13C-675B-EE74-58FE415DDDCE}"/>
              </a:ext>
            </a:extLst>
          </p:cNvPr>
          <p:cNvSpPr/>
          <p:nvPr/>
        </p:nvSpPr>
        <p:spPr>
          <a:xfrm>
            <a:off x="3568177" y="1567886"/>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8410" y="27382"/>
                  <a:pt x="40680" y="-1606"/>
                  <a:pt x="97367" y="0"/>
                </a:cubicBezTo>
                <a:cubicBezTo>
                  <a:pt x="143826" y="9689"/>
                  <a:pt x="190824" y="42687"/>
                  <a:pt x="194734" y="90312"/>
                </a:cubicBezTo>
                <a:cubicBezTo>
                  <a:pt x="190963" y="138341"/>
                  <a:pt x="153104" y="174465"/>
                  <a:pt x="97367" y="180624"/>
                </a:cubicBezTo>
                <a:cubicBezTo>
                  <a:pt x="40073" y="177161"/>
                  <a:pt x="5383" y="136941"/>
                  <a:pt x="0" y="90312"/>
                </a:cubicBezTo>
                <a:close/>
              </a:path>
              <a:path w="194734" h="180624" stroke="0" extrusionOk="0">
                <a:moveTo>
                  <a:pt x="0" y="90312"/>
                </a:moveTo>
                <a:cubicBezTo>
                  <a:pt x="-2100" y="46297"/>
                  <a:pt x="44281" y="10977"/>
                  <a:pt x="97367" y="0"/>
                </a:cubicBezTo>
                <a:cubicBezTo>
                  <a:pt x="161858" y="-1636"/>
                  <a:pt x="201035" y="39466"/>
                  <a:pt x="194734" y="90312"/>
                </a:cubicBezTo>
                <a:cubicBezTo>
                  <a:pt x="189706" y="147662"/>
                  <a:pt x="159174" y="168482"/>
                  <a:pt x="97367" y="180624"/>
                </a:cubicBezTo>
                <a:cubicBezTo>
                  <a:pt x="30460" y="184111"/>
                  <a:pt x="-164" y="137994"/>
                  <a:pt x="0" y="90312"/>
                </a:cubicBezTo>
                <a:close/>
              </a:path>
            </a:pathLst>
          </a:custGeom>
          <a:solidFill>
            <a:schemeClr val="accent1"/>
          </a:solidFill>
          <a:ln>
            <a:solidFill>
              <a:schemeClr val="accent1"/>
            </a:solidFill>
            <a:extLst>
              <a:ext uri="{C807C97D-BFC1-408E-A445-0C87EB9F89A2}">
                <ask:lineSketchStyleProps xmlns:ask="http://schemas.microsoft.com/office/drawing/2018/sketchyshapes" sd="283741067">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19" name="Oval 18">
            <a:extLst>
              <a:ext uri="{FF2B5EF4-FFF2-40B4-BE49-F238E27FC236}">
                <a16:creationId xmlns:a16="http://schemas.microsoft.com/office/drawing/2014/main" id="{2039B63C-32E4-01D8-0540-9B3340E60E08}"/>
              </a:ext>
            </a:extLst>
          </p:cNvPr>
          <p:cNvSpPr/>
          <p:nvPr/>
        </p:nvSpPr>
        <p:spPr>
          <a:xfrm>
            <a:off x="2636553" y="2021954"/>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8410" y="27382"/>
                  <a:pt x="40680" y="-1606"/>
                  <a:pt x="97367" y="0"/>
                </a:cubicBezTo>
                <a:cubicBezTo>
                  <a:pt x="143826" y="9689"/>
                  <a:pt x="190824" y="42687"/>
                  <a:pt x="194734" y="90312"/>
                </a:cubicBezTo>
                <a:cubicBezTo>
                  <a:pt x="190963" y="138341"/>
                  <a:pt x="153104" y="174465"/>
                  <a:pt x="97367" y="180624"/>
                </a:cubicBezTo>
                <a:cubicBezTo>
                  <a:pt x="40073" y="177161"/>
                  <a:pt x="5383" y="136941"/>
                  <a:pt x="0" y="90312"/>
                </a:cubicBezTo>
                <a:close/>
              </a:path>
              <a:path w="194734" h="180624" stroke="0" extrusionOk="0">
                <a:moveTo>
                  <a:pt x="0" y="90312"/>
                </a:moveTo>
                <a:cubicBezTo>
                  <a:pt x="-2100" y="46297"/>
                  <a:pt x="44281" y="10977"/>
                  <a:pt x="97367" y="0"/>
                </a:cubicBezTo>
                <a:cubicBezTo>
                  <a:pt x="161858" y="-1636"/>
                  <a:pt x="201035" y="39466"/>
                  <a:pt x="194734" y="90312"/>
                </a:cubicBezTo>
                <a:cubicBezTo>
                  <a:pt x="189706" y="147662"/>
                  <a:pt x="159174" y="168482"/>
                  <a:pt x="97367" y="180624"/>
                </a:cubicBezTo>
                <a:cubicBezTo>
                  <a:pt x="30460" y="184111"/>
                  <a:pt x="-164" y="137994"/>
                  <a:pt x="0" y="90312"/>
                </a:cubicBezTo>
                <a:close/>
              </a:path>
            </a:pathLst>
          </a:custGeom>
          <a:solidFill>
            <a:schemeClr val="accent1"/>
          </a:solidFill>
          <a:ln>
            <a:solidFill>
              <a:schemeClr val="accent1"/>
            </a:solidFill>
            <a:extLst>
              <a:ext uri="{C807C97D-BFC1-408E-A445-0C87EB9F89A2}">
                <ask:lineSketchStyleProps xmlns:ask="http://schemas.microsoft.com/office/drawing/2018/sketchyshapes" sd="283741067">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20" name="Oval 19">
            <a:extLst>
              <a:ext uri="{FF2B5EF4-FFF2-40B4-BE49-F238E27FC236}">
                <a16:creationId xmlns:a16="http://schemas.microsoft.com/office/drawing/2014/main" id="{E518C11C-6DF0-9C32-E5F5-4B4EA5395F26}"/>
              </a:ext>
            </a:extLst>
          </p:cNvPr>
          <p:cNvSpPr/>
          <p:nvPr/>
        </p:nvSpPr>
        <p:spPr>
          <a:xfrm>
            <a:off x="3082793" y="2021954"/>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8410" y="27382"/>
                  <a:pt x="40680" y="-1606"/>
                  <a:pt x="97367" y="0"/>
                </a:cubicBezTo>
                <a:cubicBezTo>
                  <a:pt x="143826" y="9689"/>
                  <a:pt x="190824" y="42687"/>
                  <a:pt x="194734" y="90312"/>
                </a:cubicBezTo>
                <a:cubicBezTo>
                  <a:pt x="190963" y="138341"/>
                  <a:pt x="153104" y="174465"/>
                  <a:pt x="97367" y="180624"/>
                </a:cubicBezTo>
                <a:cubicBezTo>
                  <a:pt x="40073" y="177161"/>
                  <a:pt x="5383" y="136941"/>
                  <a:pt x="0" y="90312"/>
                </a:cubicBezTo>
                <a:close/>
              </a:path>
              <a:path w="194734" h="180624" stroke="0" extrusionOk="0">
                <a:moveTo>
                  <a:pt x="0" y="90312"/>
                </a:moveTo>
                <a:cubicBezTo>
                  <a:pt x="-2100" y="46297"/>
                  <a:pt x="44281" y="10977"/>
                  <a:pt x="97367" y="0"/>
                </a:cubicBezTo>
                <a:cubicBezTo>
                  <a:pt x="161858" y="-1636"/>
                  <a:pt x="201035" y="39466"/>
                  <a:pt x="194734" y="90312"/>
                </a:cubicBezTo>
                <a:cubicBezTo>
                  <a:pt x="189706" y="147662"/>
                  <a:pt x="159174" y="168482"/>
                  <a:pt x="97367" y="180624"/>
                </a:cubicBezTo>
                <a:cubicBezTo>
                  <a:pt x="30460" y="184111"/>
                  <a:pt x="-164" y="137994"/>
                  <a:pt x="0" y="90312"/>
                </a:cubicBezTo>
                <a:close/>
              </a:path>
            </a:pathLst>
          </a:custGeom>
          <a:solidFill>
            <a:srgbClr val="7030A0"/>
          </a:solidFill>
          <a:ln>
            <a:solidFill>
              <a:srgbClr val="7030A0"/>
            </a:solidFill>
            <a:extLst>
              <a:ext uri="{C807C97D-BFC1-408E-A445-0C87EB9F89A2}">
                <ask:lineSketchStyleProps xmlns:ask="http://schemas.microsoft.com/office/drawing/2018/sketchyshapes" sd="283741067">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21" name="Oval 20">
            <a:extLst>
              <a:ext uri="{FF2B5EF4-FFF2-40B4-BE49-F238E27FC236}">
                <a16:creationId xmlns:a16="http://schemas.microsoft.com/office/drawing/2014/main" id="{649E68FC-007C-FD19-B036-1C8449172639}"/>
              </a:ext>
            </a:extLst>
          </p:cNvPr>
          <p:cNvSpPr/>
          <p:nvPr/>
        </p:nvSpPr>
        <p:spPr>
          <a:xfrm>
            <a:off x="2636553" y="2476023"/>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8410" y="27382"/>
                  <a:pt x="40680" y="-1606"/>
                  <a:pt x="97367" y="0"/>
                </a:cubicBezTo>
                <a:cubicBezTo>
                  <a:pt x="143826" y="9689"/>
                  <a:pt x="190824" y="42687"/>
                  <a:pt x="194734" y="90312"/>
                </a:cubicBezTo>
                <a:cubicBezTo>
                  <a:pt x="190963" y="138341"/>
                  <a:pt x="153104" y="174465"/>
                  <a:pt x="97367" y="180624"/>
                </a:cubicBezTo>
                <a:cubicBezTo>
                  <a:pt x="40073" y="177161"/>
                  <a:pt x="5383" y="136941"/>
                  <a:pt x="0" y="90312"/>
                </a:cubicBezTo>
                <a:close/>
              </a:path>
              <a:path w="194734" h="180624" stroke="0" extrusionOk="0">
                <a:moveTo>
                  <a:pt x="0" y="90312"/>
                </a:moveTo>
                <a:cubicBezTo>
                  <a:pt x="-2100" y="46297"/>
                  <a:pt x="44281" y="10977"/>
                  <a:pt x="97367" y="0"/>
                </a:cubicBezTo>
                <a:cubicBezTo>
                  <a:pt x="161858" y="-1636"/>
                  <a:pt x="201035" y="39466"/>
                  <a:pt x="194734" y="90312"/>
                </a:cubicBezTo>
                <a:cubicBezTo>
                  <a:pt x="189706" y="147662"/>
                  <a:pt x="159174" y="168482"/>
                  <a:pt x="97367" y="180624"/>
                </a:cubicBezTo>
                <a:cubicBezTo>
                  <a:pt x="30460" y="184111"/>
                  <a:pt x="-164" y="137994"/>
                  <a:pt x="0" y="90312"/>
                </a:cubicBezTo>
                <a:close/>
              </a:path>
            </a:pathLst>
          </a:custGeom>
          <a:solidFill>
            <a:srgbClr val="7030A0"/>
          </a:solidFill>
          <a:ln>
            <a:solidFill>
              <a:srgbClr val="7030A0"/>
            </a:solidFill>
            <a:extLst>
              <a:ext uri="{C807C97D-BFC1-408E-A445-0C87EB9F89A2}">
                <ask:lineSketchStyleProps xmlns:ask="http://schemas.microsoft.com/office/drawing/2018/sketchyshapes" sd="283741067">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cxnSp>
        <p:nvCxnSpPr>
          <p:cNvPr id="22" name="Straight Arrow Connector 21">
            <a:extLst>
              <a:ext uri="{FF2B5EF4-FFF2-40B4-BE49-F238E27FC236}">
                <a16:creationId xmlns:a16="http://schemas.microsoft.com/office/drawing/2014/main" id="{3C40007F-E7E6-D07F-BB8A-DF8C84D8CA0C}"/>
              </a:ext>
            </a:extLst>
          </p:cNvPr>
          <p:cNvCxnSpPr/>
          <p:nvPr/>
        </p:nvCxnSpPr>
        <p:spPr>
          <a:xfrm flipH="1">
            <a:off x="2834012" y="1691012"/>
            <a:ext cx="829849" cy="38361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D735DDE4-E98C-8CBC-42C6-8C6401E1A720}"/>
              </a:ext>
            </a:extLst>
          </p:cNvPr>
          <p:cNvCxnSpPr/>
          <p:nvPr/>
        </p:nvCxnSpPr>
        <p:spPr>
          <a:xfrm flipH="1">
            <a:off x="2807734" y="2093858"/>
            <a:ext cx="399266" cy="399267"/>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17F9664-46E5-6EA7-E537-B02F58581C57}"/>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Tree>
    <p:extLst>
      <p:ext uri="{BB962C8B-B14F-4D97-AF65-F5344CB8AC3E}">
        <p14:creationId xmlns:p14="http://schemas.microsoft.com/office/powerpoint/2010/main" val="7114364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65">
          <a:extLst>
            <a:ext uri="{FF2B5EF4-FFF2-40B4-BE49-F238E27FC236}">
              <a16:creationId xmlns:a16="http://schemas.microsoft.com/office/drawing/2014/main" id="{E2E98AD4-EDF8-4523-B6B2-6D69EA0C2563}"/>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35397F69-2D3E-F65D-2E10-D106BEA592CB}"/>
              </a:ext>
            </a:extLst>
          </p:cNvPr>
          <p:cNvGrpSpPr/>
          <p:nvPr/>
        </p:nvGrpSpPr>
        <p:grpSpPr>
          <a:xfrm>
            <a:off x="1262" y="-142"/>
            <a:ext cx="9146016" cy="5141405"/>
            <a:chOff x="1263" y="-142"/>
            <a:chExt cx="10058400" cy="914401"/>
          </a:xfrm>
        </p:grpSpPr>
        <p:sp>
          <p:nvSpPr>
            <p:cNvPr id="3" name="Rectangle 2">
              <a:extLst>
                <a:ext uri="{FF2B5EF4-FFF2-40B4-BE49-F238E27FC236}">
                  <a16:creationId xmlns:a16="http://schemas.microsoft.com/office/drawing/2014/main" id="{E9440337-69ED-1F03-D7B3-451543D16DC4}"/>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3A847511-7D74-61C0-7426-68EAC34D0566}"/>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C9D0FDD9-D46E-D91E-AED2-7C032CB9BA5E}"/>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44E826E0-C8CD-3402-6CAF-78D76CA7CD8F}"/>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65EAA9BC-C95C-3910-410E-BEDFC31E5AD4}"/>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DEFA30DE-7EAA-7F45-2DA1-680EF31053DC}"/>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Rectangle 10">
            <a:extLst>
              <a:ext uri="{FF2B5EF4-FFF2-40B4-BE49-F238E27FC236}">
                <a16:creationId xmlns:a16="http://schemas.microsoft.com/office/drawing/2014/main" id="{451325B5-599F-BB54-6B90-CFAEBAF1570D}"/>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513CAECB-5F43-6C95-F6CF-45F6378257BD}"/>
              </a:ext>
            </a:extLst>
          </p:cNvPr>
          <p:cNvSpPr/>
          <p:nvPr/>
        </p:nvSpPr>
        <p:spPr>
          <a:xfrm>
            <a:off x="454139" y="341831"/>
            <a:ext cx="8237349" cy="4062493"/>
          </a:xfrm>
          <a:prstGeom prst="rect">
            <a:avLst/>
          </a:prstGeom>
          <a:solidFill>
            <a:schemeClr val="bg1"/>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66" name="Google Shape;66;p15">
            <a:extLst>
              <a:ext uri="{FF2B5EF4-FFF2-40B4-BE49-F238E27FC236}">
                <a16:creationId xmlns:a16="http://schemas.microsoft.com/office/drawing/2014/main" id="{ADDAF986-6796-042C-4555-EE88FEE472E2}"/>
              </a:ext>
            </a:extLst>
          </p:cNvPr>
          <p:cNvSpPr txBox="1">
            <a:spLocks noGrp="1"/>
          </p:cNvSpPr>
          <p:nvPr>
            <p:ph type="title"/>
          </p:nvPr>
        </p:nvSpPr>
        <p:spPr>
          <a:xfrm>
            <a:off x="456384" y="407247"/>
            <a:ext cx="8520600" cy="572700"/>
          </a:xfrm>
          <a:prstGeom prst="rect">
            <a:avLst/>
          </a:prstGeom>
        </p:spPr>
        <p:txBody>
          <a:bodyPr spcFirstLastPara="1" wrap="square" lIns="91425" tIns="91425" rIns="91425" bIns="91425" anchor="t" anchorCtr="0">
            <a:normAutofit fontScale="90000"/>
          </a:bodyPr>
          <a:lstStyle/>
          <a:p>
            <a:r>
              <a:rPr lang="en" b="1">
                <a:solidFill>
                  <a:srgbClr val="4285F4"/>
                </a:solidFill>
                <a:latin typeface="Fairwater Script"/>
              </a:rPr>
              <a:t>Risks - Technical</a:t>
            </a:r>
            <a:endParaRPr b="1">
              <a:solidFill>
                <a:srgbClr val="4285F4"/>
              </a:solidFill>
              <a:latin typeface="Fairwater Script"/>
            </a:endParaRPr>
          </a:p>
        </p:txBody>
      </p:sp>
      <p:sp>
        <p:nvSpPr>
          <p:cNvPr id="67" name="Google Shape;67;p15">
            <a:extLst>
              <a:ext uri="{FF2B5EF4-FFF2-40B4-BE49-F238E27FC236}">
                <a16:creationId xmlns:a16="http://schemas.microsoft.com/office/drawing/2014/main" id="{B79F712B-53EB-806E-1F20-58FB2932D3BA}"/>
              </a:ext>
            </a:extLst>
          </p:cNvPr>
          <p:cNvSpPr txBox="1">
            <a:spLocks noGrp="1"/>
          </p:cNvSpPr>
          <p:nvPr>
            <p:ph type="body" idx="1"/>
          </p:nvPr>
        </p:nvSpPr>
        <p:spPr>
          <a:xfrm>
            <a:off x="3979329" y="342247"/>
            <a:ext cx="4708288" cy="4068069"/>
          </a:xfrm>
          <a:prstGeom prst="rect">
            <a:avLst/>
          </a:prstGeom>
        </p:spPr>
        <p:txBody>
          <a:bodyPr spcFirstLastPara="1" wrap="square" lIns="91425" tIns="91425" rIns="91425" bIns="91425" anchor="t" anchorCtr="0">
            <a:normAutofit/>
          </a:bodyPr>
          <a:lstStyle/>
          <a:p>
            <a:pPr marL="285750" indent="-285750">
              <a:lnSpc>
                <a:spcPct val="100000"/>
              </a:lnSpc>
            </a:pPr>
            <a:r>
              <a:rPr lang="en-US" b="1">
                <a:solidFill>
                  <a:schemeClr val="accent1"/>
                </a:solidFill>
                <a:latin typeface="Calibri"/>
                <a:ea typeface="Calibri"/>
                <a:cs typeface="Calibri"/>
              </a:rPr>
              <a:t>Risk: Prompt Guidance Fails</a:t>
            </a:r>
            <a:endParaRPr lang="en-US">
              <a:solidFill>
                <a:schemeClr val="accent1"/>
              </a:solidFill>
            </a:endParaRPr>
          </a:p>
          <a:p>
            <a:pPr lvl="1">
              <a:lnSpc>
                <a:spcPct val="100000"/>
              </a:lnSpc>
            </a:pPr>
            <a:r>
              <a:rPr lang="en-US">
                <a:solidFill>
                  <a:schemeClr val="accent1"/>
                </a:solidFill>
                <a:latin typeface="Calibri"/>
                <a:ea typeface="Calibri"/>
                <a:cs typeface="Calibri"/>
              </a:rPr>
              <a:t>Probability: 3; Impact: 5</a:t>
            </a:r>
          </a:p>
          <a:p>
            <a:pPr lvl="1">
              <a:lnSpc>
                <a:spcPct val="100000"/>
              </a:lnSpc>
            </a:pPr>
            <a:r>
              <a:rPr lang="en-US">
                <a:solidFill>
                  <a:schemeClr val="accent1"/>
                </a:solidFill>
                <a:latin typeface="Calibri"/>
                <a:ea typeface="Calibri"/>
                <a:cs typeface="Calibri"/>
              </a:rPr>
              <a:t>Mitigation: Employ extensive testing with diverse special cases and include 'backstep/undo' options to revert to a previous state should a prompt fail to guide the student.</a:t>
            </a:r>
          </a:p>
          <a:p>
            <a:pPr lvl="1">
              <a:lnSpc>
                <a:spcPct val="100000"/>
              </a:lnSpc>
            </a:pPr>
            <a:r>
              <a:rPr lang="en-US">
                <a:solidFill>
                  <a:schemeClr val="accent1"/>
                </a:solidFill>
                <a:latin typeface="Calibri"/>
                <a:ea typeface="Calibri"/>
                <a:cs typeface="Calibri"/>
              </a:rPr>
              <a:t>Expected reduction: Probability: 2; Impact: 2</a:t>
            </a:r>
            <a:endParaRPr lang="en-US">
              <a:solidFill>
                <a:schemeClr val="accent1"/>
              </a:solidFill>
            </a:endParaRPr>
          </a:p>
          <a:p>
            <a:pPr marL="285750" indent="-285750">
              <a:lnSpc>
                <a:spcPct val="100000"/>
              </a:lnSpc>
            </a:pPr>
            <a:endParaRPr lang="en-US">
              <a:solidFill>
                <a:srgbClr val="4285F4"/>
              </a:solidFill>
              <a:latin typeface="Calibri"/>
              <a:ea typeface="Calibri"/>
              <a:cs typeface="Calibri"/>
            </a:endParaRPr>
          </a:p>
          <a:p>
            <a:pPr marL="285750" indent="-285750">
              <a:lnSpc>
                <a:spcPct val="100000"/>
              </a:lnSpc>
            </a:pPr>
            <a:r>
              <a:rPr lang="en-US" b="1">
                <a:solidFill>
                  <a:srgbClr val="7030A0"/>
                </a:solidFill>
                <a:latin typeface="Calibri"/>
                <a:ea typeface="Calibri"/>
                <a:cs typeface="Calibri"/>
              </a:rPr>
              <a:t>Risk: LLM Quota Limits</a:t>
            </a:r>
          </a:p>
          <a:p>
            <a:pPr lvl="1">
              <a:lnSpc>
                <a:spcPct val="100000"/>
              </a:lnSpc>
            </a:pPr>
            <a:r>
              <a:rPr lang="en-US">
                <a:solidFill>
                  <a:srgbClr val="7030A0"/>
                </a:solidFill>
                <a:latin typeface="Calibri"/>
                <a:ea typeface="Calibri"/>
                <a:cs typeface="Calibri"/>
              </a:rPr>
              <a:t>Probability: 4; Impact: 5</a:t>
            </a:r>
          </a:p>
          <a:p>
            <a:pPr lvl="1">
              <a:lnSpc>
                <a:spcPct val="100000"/>
              </a:lnSpc>
            </a:pPr>
            <a:r>
              <a:rPr lang="en-US">
                <a:solidFill>
                  <a:srgbClr val="7030A0"/>
                </a:solidFill>
                <a:latin typeface="Calibri"/>
                <a:ea typeface="Calibri"/>
                <a:cs typeface="Calibri"/>
              </a:rPr>
              <a:t>Note: Prototype risk that only needs to be considered during development.</a:t>
            </a:r>
            <a:endParaRPr lang="en-US">
              <a:solidFill>
                <a:srgbClr val="7030A0"/>
              </a:solidFill>
            </a:endParaRPr>
          </a:p>
        </p:txBody>
      </p:sp>
      <p:sp>
        <p:nvSpPr>
          <p:cNvPr id="2" name="Slide Number Placeholder 1">
            <a:extLst>
              <a:ext uri="{FF2B5EF4-FFF2-40B4-BE49-F238E27FC236}">
                <a16:creationId xmlns:a16="http://schemas.microsoft.com/office/drawing/2014/main" id="{DB9CC910-3CEE-79F9-0EF6-D84EE9ACE9FE}"/>
              </a:ext>
            </a:extLst>
          </p:cNvPr>
          <p:cNvSpPr>
            <a:spLocks noGrp="1"/>
          </p:cNvSpPr>
          <p:nvPr>
            <p:ph type="sldNum" idx="12"/>
          </p:nvPr>
        </p:nvSpPr>
        <p:spPr>
          <a:xfrm>
            <a:off x="8595439" y="4750027"/>
            <a:ext cx="548700" cy="393600"/>
          </a:xfrm>
        </p:spPr>
        <p:txBody>
          <a:bodyPr/>
          <a:lstStyle/>
          <a:p>
            <a:fld id="{00000000-1234-1234-1234-123412341234}" type="slidenum">
              <a:rPr lang="en"/>
              <a:t>21</a:t>
            </a:fld>
            <a:endParaRPr lang="en-GB"/>
          </a:p>
        </p:txBody>
      </p:sp>
      <p:sp>
        <p:nvSpPr>
          <p:cNvPr id="12" name="Rectangle 11">
            <a:extLst>
              <a:ext uri="{FF2B5EF4-FFF2-40B4-BE49-F238E27FC236}">
                <a16:creationId xmlns:a16="http://schemas.microsoft.com/office/drawing/2014/main" id="{0215E66E-6CAE-E2D6-3A5F-7DD3338BD08A}"/>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graphicFrame>
        <p:nvGraphicFramePr>
          <p:cNvPr id="10" name="Table 9">
            <a:extLst>
              <a:ext uri="{FF2B5EF4-FFF2-40B4-BE49-F238E27FC236}">
                <a16:creationId xmlns:a16="http://schemas.microsoft.com/office/drawing/2014/main" id="{BE3E9F23-AE1B-767B-7FA1-CBD1C5D0BF78}"/>
              </a:ext>
            </a:extLst>
          </p:cNvPr>
          <p:cNvGraphicFramePr>
            <a:graphicFrameLocks noGrp="1"/>
          </p:cNvGraphicFramePr>
          <p:nvPr/>
        </p:nvGraphicFramePr>
        <p:xfrm>
          <a:off x="696447" y="980725"/>
          <a:ext cx="3200400" cy="3200400"/>
        </p:xfrm>
        <a:graphic>
          <a:graphicData uri="http://schemas.openxmlformats.org/drawingml/2006/table">
            <a:tbl>
              <a:tblPr>
                <a:tableStyleId>{BC89EF96-8CEA-46FF-86C4-4CE0E7609802}</a:tableStyleId>
              </a:tblPr>
              <a:tblGrid>
                <a:gridCol w="457200">
                  <a:extLst>
                    <a:ext uri="{9D8B030D-6E8A-4147-A177-3AD203B41FA5}">
                      <a16:colId xmlns:a16="http://schemas.microsoft.com/office/drawing/2014/main" val="3037145696"/>
                    </a:ext>
                  </a:extLst>
                </a:gridCol>
                <a:gridCol w="457200">
                  <a:extLst>
                    <a:ext uri="{9D8B030D-6E8A-4147-A177-3AD203B41FA5}">
                      <a16:colId xmlns:a16="http://schemas.microsoft.com/office/drawing/2014/main" val="89151350"/>
                    </a:ext>
                  </a:extLst>
                </a:gridCol>
                <a:gridCol w="457200">
                  <a:extLst>
                    <a:ext uri="{9D8B030D-6E8A-4147-A177-3AD203B41FA5}">
                      <a16:colId xmlns:a16="http://schemas.microsoft.com/office/drawing/2014/main" val="4042017803"/>
                    </a:ext>
                  </a:extLst>
                </a:gridCol>
                <a:gridCol w="457200">
                  <a:extLst>
                    <a:ext uri="{9D8B030D-6E8A-4147-A177-3AD203B41FA5}">
                      <a16:colId xmlns:a16="http://schemas.microsoft.com/office/drawing/2014/main" val="2142139477"/>
                    </a:ext>
                  </a:extLst>
                </a:gridCol>
                <a:gridCol w="457200">
                  <a:extLst>
                    <a:ext uri="{9D8B030D-6E8A-4147-A177-3AD203B41FA5}">
                      <a16:colId xmlns:a16="http://schemas.microsoft.com/office/drawing/2014/main" val="1588049007"/>
                    </a:ext>
                  </a:extLst>
                </a:gridCol>
                <a:gridCol w="457200">
                  <a:extLst>
                    <a:ext uri="{9D8B030D-6E8A-4147-A177-3AD203B41FA5}">
                      <a16:colId xmlns:a16="http://schemas.microsoft.com/office/drawing/2014/main" val="2866319481"/>
                    </a:ext>
                  </a:extLst>
                </a:gridCol>
                <a:gridCol w="457200">
                  <a:extLst>
                    <a:ext uri="{9D8B030D-6E8A-4147-A177-3AD203B41FA5}">
                      <a16:colId xmlns:a16="http://schemas.microsoft.com/office/drawing/2014/main" val="2125499233"/>
                    </a:ext>
                  </a:extLst>
                </a:gridCol>
              </a:tblGrid>
              <a:tr h="457200">
                <a:tc rowSpan="6">
                  <a:txBody>
                    <a:bodyPr/>
                    <a:lstStyle/>
                    <a:p>
                      <a:pPr lvl="0" algn="r">
                        <a:buNone/>
                      </a:pPr>
                      <a:endParaRPr lang="en-GB">
                        <a:solidFill>
                          <a:schemeClr val="accent1"/>
                        </a:solidFill>
                        <a:latin typeface="Calibri"/>
                      </a:endParaRPr>
                    </a:p>
                  </a:txBody>
                  <a:tcPr marT="91440" marB="91440" anchor="ctr"/>
                </a:tc>
                <a:tc>
                  <a:txBody>
                    <a:bodyPr/>
                    <a:lstStyle/>
                    <a:p>
                      <a:pPr algn="r"/>
                      <a:r>
                        <a:rPr lang="en-GB">
                          <a:solidFill>
                            <a:schemeClr val="accent1"/>
                          </a:solidFill>
                          <a:latin typeface="Calibri"/>
                        </a:rPr>
                        <a:t>5</a:t>
                      </a:r>
                    </a:p>
                  </a:txBody>
                  <a:tcPr marT="91440" marB="91440" anchor="ctr"/>
                </a:tc>
                <a:tc>
                  <a:txBody>
                    <a:bodyPr/>
                    <a:lstStyle/>
                    <a:p>
                      <a:pPr algn="ctr"/>
                      <a:endParaRPr lang="en-GB">
                        <a:solidFill>
                          <a:schemeClr val="accent1"/>
                        </a:solidFill>
                        <a:latin typeface="Calibri"/>
                      </a:endParaRPr>
                    </a:p>
                  </a:txBody>
                  <a:tcPr marT="91440" marB="91440" anchor="b">
                    <a:solidFill>
                      <a:srgbClr val="FFC000"/>
                    </a:solidFill>
                  </a:tcPr>
                </a:tc>
                <a:tc>
                  <a:txBody>
                    <a:bodyPr/>
                    <a:lstStyle/>
                    <a:p>
                      <a:pPr algn="ctr"/>
                      <a:endParaRPr lang="en-GB">
                        <a:solidFill>
                          <a:schemeClr val="accent1"/>
                        </a:solidFill>
                        <a:latin typeface="Calibri"/>
                      </a:endParaRPr>
                    </a:p>
                  </a:txBody>
                  <a:tcPr marT="91440" marB="91440" anchor="b">
                    <a:solidFill>
                      <a:srgbClr val="FF0000"/>
                    </a:solidFill>
                  </a:tcPr>
                </a:tc>
                <a:tc>
                  <a:txBody>
                    <a:bodyPr/>
                    <a:lstStyle/>
                    <a:p>
                      <a:pPr algn="ctr"/>
                      <a:endParaRPr lang="en-GB">
                        <a:solidFill>
                          <a:schemeClr val="accent1"/>
                        </a:solidFill>
                        <a:latin typeface="Calibri"/>
                      </a:endParaRPr>
                    </a:p>
                  </a:txBody>
                  <a:tcPr marT="91440" marB="91440" anchor="b">
                    <a:solidFill>
                      <a:srgbClr val="FF0000"/>
                    </a:solidFill>
                  </a:tcPr>
                </a:tc>
                <a:tc>
                  <a:txBody>
                    <a:bodyPr/>
                    <a:lstStyle/>
                    <a:p>
                      <a:pPr lvl="0" algn="ctr">
                        <a:buNone/>
                      </a:pPr>
                      <a:endParaRPr lang="en-GB">
                        <a:solidFill>
                          <a:schemeClr val="accent1"/>
                        </a:solidFill>
                        <a:latin typeface="Calibri"/>
                      </a:endParaRPr>
                    </a:p>
                  </a:txBody>
                  <a:tcPr marT="91440" marB="91440" anchor="b">
                    <a:solidFill>
                      <a:srgbClr val="FF0000"/>
                    </a:solidFill>
                  </a:tcPr>
                </a:tc>
                <a:tc>
                  <a:txBody>
                    <a:bodyPr/>
                    <a:lstStyle/>
                    <a:p>
                      <a:pPr lvl="0" algn="ctr">
                        <a:buNone/>
                      </a:pPr>
                      <a:endParaRPr lang="en-GB">
                        <a:solidFill>
                          <a:schemeClr val="accent1"/>
                        </a:solidFill>
                        <a:latin typeface="Calibri"/>
                      </a:endParaRPr>
                    </a:p>
                  </a:txBody>
                  <a:tcPr marT="91440" marB="91440" anchor="b">
                    <a:solidFill>
                      <a:srgbClr val="FF0000"/>
                    </a:solidFill>
                  </a:tcPr>
                </a:tc>
                <a:extLst>
                  <a:ext uri="{0D108BD9-81ED-4DB2-BD59-A6C34878D82A}">
                    <a16:rowId xmlns:a16="http://schemas.microsoft.com/office/drawing/2014/main" val="4009174087"/>
                  </a:ext>
                </a:extLst>
              </a:tr>
              <a:tr h="457200">
                <a:tc vMerge="1">
                  <a:txBody>
                    <a:bodyPr/>
                    <a:lstStyle/>
                    <a:p>
                      <a:endParaRPr lang="en-US"/>
                    </a:p>
                  </a:txBody>
                  <a:tcPr marT="91440" marB="91440" anchor="ctr"/>
                </a:tc>
                <a:tc>
                  <a:txBody>
                    <a:bodyPr/>
                    <a:lstStyle/>
                    <a:p>
                      <a:pPr algn="r"/>
                      <a:r>
                        <a:rPr lang="en-GB">
                          <a:solidFill>
                            <a:schemeClr val="accent1"/>
                          </a:solidFill>
                          <a:latin typeface="Calibri"/>
                        </a:rPr>
                        <a:t>4</a:t>
                      </a:r>
                    </a:p>
                  </a:txBody>
                  <a:tcPr marT="91440" marB="91440" anchor="ctr"/>
                </a:tc>
                <a:tc>
                  <a:txBody>
                    <a:bodyPr/>
                    <a:lstStyle/>
                    <a:p>
                      <a:pPr algn="ctr"/>
                      <a:endParaRPr lang="en-GB">
                        <a:solidFill>
                          <a:schemeClr val="accent1"/>
                        </a:solidFill>
                        <a:latin typeface="Calibri"/>
                      </a:endParaRPr>
                    </a:p>
                  </a:txBody>
                  <a:tcPr marT="91440" marB="91440" anchor="ctr">
                    <a:solidFill>
                      <a:srgbClr val="FFFF00"/>
                    </a:solidFill>
                  </a:tcPr>
                </a:tc>
                <a:tc>
                  <a:txBody>
                    <a:bodyPr/>
                    <a:lstStyle/>
                    <a:p>
                      <a:pPr algn="ctr"/>
                      <a:endParaRPr lang="en-GB">
                        <a:solidFill>
                          <a:schemeClr val="accent1"/>
                        </a:solidFill>
                        <a:latin typeface="Calibri"/>
                      </a:endParaRPr>
                    </a:p>
                  </a:txBody>
                  <a:tcPr marT="91440" marB="91440" anchor="ctr">
                    <a:solidFill>
                      <a:srgbClr val="FFC000"/>
                    </a:solidFill>
                  </a:tcPr>
                </a:tc>
                <a:tc>
                  <a:txBody>
                    <a:bodyPr/>
                    <a:lstStyle/>
                    <a:p>
                      <a:pPr algn="ctr"/>
                      <a:endParaRPr lang="en-GB">
                        <a:solidFill>
                          <a:schemeClr val="accent1"/>
                        </a:solidFill>
                        <a:latin typeface="Calibri"/>
                      </a:endParaRPr>
                    </a:p>
                  </a:txBody>
                  <a:tcPr marT="91440" marB="91440" anchor="ctr">
                    <a:solidFill>
                      <a:srgbClr val="FFC000"/>
                    </a:solidFill>
                  </a:tcPr>
                </a:tc>
                <a:tc>
                  <a:txBody>
                    <a:bodyPr/>
                    <a:lstStyle/>
                    <a:p>
                      <a:pPr lvl="0" algn="ctr">
                        <a:buNone/>
                      </a:pPr>
                      <a:endParaRPr lang="en-GB">
                        <a:solidFill>
                          <a:schemeClr val="accent1"/>
                        </a:solidFill>
                        <a:latin typeface="Calibri"/>
                      </a:endParaRPr>
                    </a:p>
                  </a:txBody>
                  <a:tcPr marT="91440" marB="91440" anchor="ctr">
                    <a:solidFill>
                      <a:srgbClr val="FF0000"/>
                    </a:solidFill>
                  </a:tcPr>
                </a:tc>
                <a:tc>
                  <a:txBody>
                    <a:bodyPr/>
                    <a:lstStyle/>
                    <a:p>
                      <a:pPr lvl="0" algn="ctr">
                        <a:buNone/>
                      </a:pPr>
                      <a:endParaRPr lang="en-GB">
                        <a:solidFill>
                          <a:schemeClr val="accent1"/>
                        </a:solidFill>
                        <a:latin typeface="Calibri"/>
                      </a:endParaRPr>
                    </a:p>
                  </a:txBody>
                  <a:tcPr marT="91440" marB="91440" anchor="ctr">
                    <a:solidFill>
                      <a:srgbClr val="FF0000"/>
                    </a:solidFill>
                  </a:tcPr>
                </a:tc>
                <a:extLst>
                  <a:ext uri="{0D108BD9-81ED-4DB2-BD59-A6C34878D82A}">
                    <a16:rowId xmlns:a16="http://schemas.microsoft.com/office/drawing/2014/main" val="2353384801"/>
                  </a:ext>
                </a:extLst>
              </a:tr>
              <a:tr h="457200">
                <a:tc vMerge="1">
                  <a:txBody>
                    <a:bodyPr/>
                    <a:lstStyle/>
                    <a:p>
                      <a:endParaRPr lang="en-US"/>
                    </a:p>
                  </a:txBody>
                  <a:tcPr marT="91440" marB="91440" anchor="ctr"/>
                </a:tc>
                <a:tc>
                  <a:txBody>
                    <a:bodyPr/>
                    <a:lstStyle/>
                    <a:p>
                      <a:pPr algn="r"/>
                      <a:r>
                        <a:rPr lang="en-GB">
                          <a:solidFill>
                            <a:schemeClr val="accent1"/>
                          </a:solidFill>
                          <a:latin typeface="Calibri"/>
                        </a:rPr>
                        <a:t>3</a:t>
                      </a:r>
                    </a:p>
                  </a:txBody>
                  <a:tcPr marT="91440" marB="91440" anchor="ctr"/>
                </a:tc>
                <a:tc>
                  <a:txBody>
                    <a:bodyPr/>
                    <a:lstStyle/>
                    <a:p>
                      <a:pPr algn="ctr"/>
                      <a:endParaRPr lang="en-GB">
                        <a:solidFill>
                          <a:schemeClr val="accent1"/>
                        </a:solidFill>
                        <a:latin typeface="Calibri"/>
                      </a:endParaRPr>
                    </a:p>
                  </a:txBody>
                  <a:tcPr marT="91440" marB="91440" anchor="ctr">
                    <a:solidFill>
                      <a:srgbClr val="92D050"/>
                    </a:solidFill>
                  </a:tcPr>
                </a:tc>
                <a:tc>
                  <a:txBody>
                    <a:bodyPr/>
                    <a:lstStyle/>
                    <a:p>
                      <a:pPr algn="ctr"/>
                      <a:endParaRPr lang="en-GB">
                        <a:solidFill>
                          <a:schemeClr val="accent1"/>
                        </a:solidFill>
                        <a:latin typeface="Calibri"/>
                      </a:endParaRPr>
                    </a:p>
                  </a:txBody>
                  <a:tcPr marT="91440" marB="91440" anchor="ctr">
                    <a:solidFill>
                      <a:srgbClr val="FFFF00"/>
                    </a:solidFill>
                  </a:tcPr>
                </a:tc>
                <a:tc>
                  <a:txBody>
                    <a:bodyPr/>
                    <a:lstStyle/>
                    <a:p>
                      <a:pPr algn="ctr"/>
                      <a:endParaRPr lang="en-GB">
                        <a:solidFill>
                          <a:schemeClr val="accent1"/>
                        </a:solidFill>
                        <a:latin typeface="Calibri"/>
                      </a:endParaRPr>
                    </a:p>
                  </a:txBody>
                  <a:tcPr marT="91440" marB="91440" anchor="ctr">
                    <a:solidFill>
                      <a:srgbClr val="FFC000"/>
                    </a:solidFill>
                  </a:tcPr>
                </a:tc>
                <a:tc>
                  <a:txBody>
                    <a:bodyPr/>
                    <a:lstStyle/>
                    <a:p>
                      <a:pPr lvl="0" algn="ctr">
                        <a:buNone/>
                      </a:pPr>
                      <a:endParaRPr lang="en-GB">
                        <a:solidFill>
                          <a:schemeClr val="accent1"/>
                        </a:solidFill>
                        <a:latin typeface="Calibri"/>
                      </a:endParaRPr>
                    </a:p>
                  </a:txBody>
                  <a:tcPr marT="91440" marB="91440" anchor="ctr">
                    <a:solidFill>
                      <a:srgbClr val="FFC000"/>
                    </a:solidFill>
                  </a:tcPr>
                </a:tc>
                <a:tc>
                  <a:txBody>
                    <a:bodyPr/>
                    <a:lstStyle/>
                    <a:p>
                      <a:pPr lvl="0" algn="ctr">
                        <a:buNone/>
                      </a:pPr>
                      <a:endParaRPr lang="en-GB">
                        <a:solidFill>
                          <a:schemeClr val="accent1"/>
                        </a:solidFill>
                        <a:latin typeface="Calibri"/>
                      </a:endParaRPr>
                    </a:p>
                  </a:txBody>
                  <a:tcPr marT="91440" marB="91440" anchor="ctr">
                    <a:solidFill>
                      <a:srgbClr val="FF0000"/>
                    </a:solidFill>
                  </a:tcPr>
                </a:tc>
                <a:extLst>
                  <a:ext uri="{0D108BD9-81ED-4DB2-BD59-A6C34878D82A}">
                    <a16:rowId xmlns:a16="http://schemas.microsoft.com/office/drawing/2014/main" val="1156852965"/>
                  </a:ext>
                </a:extLst>
              </a:tr>
              <a:tr h="457200">
                <a:tc vMerge="1">
                  <a:txBody>
                    <a:bodyPr/>
                    <a:lstStyle/>
                    <a:p>
                      <a:endParaRPr lang="en-US"/>
                    </a:p>
                  </a:txBody>
                  <a:tcPr marT="91440" marB="91440" anchor="ctr"/>
                </a:tc>
                <a:tc>
                  <a:txBody>
                    <a:bodyPr/>
                    <a:lstStyle/>
                    <a:p>
                      <a:pPr algn="r"/>
                      <a:r>
                        <a:rPr lang="en-GB">
                          <a:solidFill>
                            <a:schemeClr val="accent1"/>
                          </a:solidFill>
                          <a:latin typeface="Calibri"/>
                        </a:rPr>
                        <a:t>2</a:t>
                      </a:r>
                    </a:p>
                  </a:txBody>
                  <a:tcPr marT="91440" marB="91440" anchor="ctr"/>
                </a:tc>
                <a:tc>
                  <a:txBody>
                    <a:bodyPr/>
                    <a:lstStyle/>
                    <a:p>
                      <a:pPr algn="ctr"/>
                      <a:endParaRPr lang="en-GB">
                        <a:solidFill>
                          <a:schemeClr val="accent1"/>
                        </a:solidFill>
                        <a:latin typeface="Calibri"/>
                      </a:endParaRPr>
                    </a:p>
                  </a:txBody>
                  <a:tcPr marT="91440" marB="91440" anchor="ctr">
                    <a:solidFill>
                      <a:srgbClr val="92D050"/>
                    </a:solidFill>
                  </a:tcPr>
                </a:tc>
                <a:tc>
                  <a:txBody>
                    <a:bodyPr/>
                    <a:lstStyle/>
                    <a:p>
                      <a:pPr algn="ctr"/>
                      <a:endParaRPr lang="en-GB">
                        <a:solidFill>
                          <a:schemeClr val="accent1"/>
                        </a:solidFill>
                        <a:latin typeface="Calibri"/>
                      </a:endParaRPr>
                    </a:p>
                  </a:txBody>
                  <a:tcPr marT="91440" marB="91440" anchor="ctr">
                    <a:solidFill>
                      <a:srgbClr val="FFFF00"/>
                    </a:solidFill>
                  </a:tcPr>
                </a:tc>
                <a:tc>
                  <a:txBody>
                    <a:bodyPr/>
                    <a:lstStyle/>
                    <a:p>
                      <a:pPr algn="ctr"/>
                      <a:endParaRPr lang="en-GB">
                        <a:solidFill>
                          <a:schemeClr val="accent1"/>
                        </a:solidFill>
                        <a:latin typeface="Calibri"/>
                      </a:endParaRPr>
                    </a:p>
                  </a:txBody>
                  <a:tcPr marT="91440" marB="91440" anchor="ctr">
                    <a:solidFill>
                      <a:srgbClr val="FFFF00"/>
                    </a:solidFill>
                  </a:tcPr>
                </a:tc>
                <a:tc>
                  <a:txBody>
                    <a:bodyPr/>
                    <a:lstStyle/>
                    <a:p>
                      <a:pPr lvl="0" algn="ctr">
                        <a:buNone/>
                      </a:pPr>
                      <a:endParaRPr lang="en-GB">
                        <a:solidFill>
                          <a:schemeClr val="accent1"/>
                        </a:solidFill>
                        <a:latin typeface="Calibri"/>
                      </a:endParaRPr>
                    </a:p>
                  </a:txBody>
                  <a:tcPr marT="91440" marB="91440" anchor="ctr">
                    <a:solidFill>
                      <a:srgbClr val="FFC000"/>
                    </a:solidFill>
                  </a:tcPr>
                </a:tc>
                <a:tc>
                  <a:txBody>
                    <a:bodyPr/>
                    <a:lstStyle/>
                    <a:p>
                      <a:pPr lvl="0" algn="ctr">
                        <a:buNone/>
                      </a:pPr>
                      <a:endParaRPr lang="en-GB">
                        <a:solidFill>
                          <a:schemeClr val="accent1"/>
                        </a:solidFill>
                        <a:latin typeface="Calibri"/>
                      </a:endParaRPr>
                    </a:p>
                  </a:txBody>
                  <a:tcPr marT="91440" marB="91440" anchor="ctr">
                    <a:solidFill>
                      <a:srgbClr val="FFC000"/>
                    </a:solidFill>
                  </a:tcPr>
                </a:tc>
                <a:extLst>
                  <a:ext uri="{0D108BD9-81ED-4DB2-BD59-A6C34878D82A}">
                    <a16:rowId xmlns:a16="http://schemas.microsoft.com/office/drawing/2014/main" val="1788437767"/>
                  </a:ext>
                </a:extLst>
              </a:tr>
              <a:tr h="457200">
                <a:tc vMerge="1">
                  <a:txBody>
                    <a:bodyPr/>
                    <a:lstStyle/>
                    <a:p>
                      <a:endParaRPr lang="en-US"/>
                    </a:p>
                  </a:txBody>
                  <a:tcPr marT="91440" marB="91440" anchor="ctr"/>
                </a:tc>
                <a:tc>
                  <a:txBody>
                    <a:bodyPr/>
                    <a:lstStyle/>
                    <a:p>
                      <a:pPr algn="r"/>
                      <a:r>
                        <a:rPr lang="en-GB">
                          <a:solidFill>
                            <a:schemeClr val="accent1"/>
                          </a:solidFill>
                          <a:latin typeface="Calibri"/>
                        </a:rPr>
                        <a:t>1</a:t>
                      </a:r>
                    </a:p>
                  </a:txBody>
                  <a:tcPr marT="91440" marB="91440" anchor="ctr"/>
                </a:tc>
                <a:tc>
                  <a:txBody>
                    <a:bodyPr/>
                    <a:lstStyle/>
                    <a:p>
                      <a:pPr algn="ctr"/>
                      <a:endParaRPr lang="en-GB">
                        <a:solidFill>
                          <a:schemeClr val="accent1"/>
                        </a:solidFill>
                        <a:latin typeface="Calibri"/>
                      </a:endParaRPr>
                    </a:p>
                  </a:txBody>
                  <a:tcPr marT="91440" marB="91440" anchor="ctr">
                    <a:solidFill>
                      <a:srgbClr val="92D050"/>
                    </a:solidFill>
                  </a:tcPr>
                </a:tc>
                <a:tc>
                  <a:txBody>
                    <a:bodyPr/>
                    <a:lstStyle/>
                    <a:p>
                      <a:pPr algn="ctr"/>
                      <a:endParaRPr lang="en-GB">
                        <a:solidFill>
                          <a:schemeClr val="accent1"/>
                        </a:solidFill>
                        <a:latin typeface="Calibri"/>
                      </a:endParaRPr>
                    </a:p>
                  </a:txBody>
                  <a:tcPr marT="91440" marB="91440" anchor="ctr">
                    <a:solidFill>
                      <a:srgbClr val="92D050"/>
                    </a:solidFill>
                  </a:tcPr>
                </a:tc>
                <a:tc>
                  <a:txBody>
                    <a:bodyPr/>
                    <a:lstStyle/>
                    <a:p>
                      <a:pPr algn="ctr"/>
                      <a:endParaRPr lang="en-GB">
                        <a:solidFill>
                          <a:schemeClr val="accent1"/>
                        </a:solidFill>
                        <a:latin typeface="Calibri"/>
                      </a:endParaRPr>
                    </a:p>
                  </a:txBody>
                  <a:tcPr marT="91440" marB="91440" anchor="ctr">
                    <a:solidFill>
                      <a:srgbClr val="FFFF00"/>
                    </a:solidFill>
                  </a:tcPr>
                </a:tc>
                <a:tc>
                  <a:txBody>
                    <a:bodyPr/>
                    <a:lstStyle/>
                    <a:p>
                      <a:pPr lvl="0" algn="ctr">
                        <a:buNone/>
                      </a:pPr>
                      <a:endParaRPr lang="en-GB">
                        <a:solidFill>
                          <a:schemeClr val="accent1"/>
                        </a:solidFill>
                        <a:latin typeface="Calibri"/>
                      </a:endParaRPr>
                    </a:p>
                  </a:txBody>
                  <a:tcPr marT="91440" marB="91440" anchor="ctr">
                    <a:solidFill>
                      <a:srgbClr val="FFFF00"/>
                    </a:solidFill>
                  </a:tcPr>
                </a:tc>
                <a:tc>
                  <a:txBody>
                    <a:bodyPr/>
                    <a:lstStyle/>
                    <a:p>
                      <a:pPr lvl="0" algn="ctr">
                        <a:buNone/>
                      </a:pPr>
                      <a:endParaRPr lang="en-GB">
                        <a:solidFill>
                          <a:schemeClr val="accent1"/>
                        </a:solidFill>
                        <a:latin typeface="Calibri"/>
                      </a:endParaRPr>
                    </a:p>
                  </a:txBody>
                  <a:tcPr marT="91440" marB="91440" anchor="ctr">
                    <a:solidFill>
                      <a:srgbClr val="FFC000"/>
                    </a:solidFill>
                  </a:tcPr>
                </a:tc>
                <a:extLst>
                  <a:ext uri="{0D108BD9-81ED-4DB2-BD59-A6C34878D82A}">
                    <a16:rowId xmlns:a16="http://schemas.microsoft.com/office/drawing/2014/main" val="2414783000"/>
                  </a:ext>
                </a:extLst>
              </a:tr>
              <a:tr h="457200">
                <a:tc vMerge="1">
                  <a:txBody>
                    <a:bodyPr/>
                    <a:lstStyle/>
                    <a:p>
                      <a:endParaRPr lang="en-US"/>
                    </a:p>
                  </a:txBody>
                  <a:tcPr marT="91440" marB="91440" anchor="ctr"/>
                </a:tc>
                <a:tc>
                  <a:txBody>
                    <a:bodyPr/>
                    <a:lstStyle/>
                    <a:p>
                      <a:pPr lvl="0" algn="ctr">
                        <a:buNone/>
                      </a:pPr>
                      <a:endParaRPr lang="en-GB">
                        <a:solidFill>
                          <a:schemeClr val="accent1"/>
                        </a:solidFill>
                        <a:latin typeface="Calibri"/>
                      </a:endParaRPr>
                    </a:p>
                  </a:txBody>
                  <a:tcPr marT="91440" marB="91440" anchor="ctr"/>
                </a:tc>
                <a:tc>
                  <a:txBody>
                    <a:bodyPr/>
                    <a:lstStyle/>
                    <a:p>
                      <a:pPr lvl="0" algn="ctr">
                        <a:buNone/>
                      </a:pPr>
                      <a:r>
                        <a:rPr lang="en-GB">
                          <a:solidFill>
                            <a:schemeClr val="accent1"/>
                          </a:solidFill>
                          <a:latin typeface="Calibri"/>
                        </a:rPr>
                        <a:t>1</a:t>
                      </a:r>
                    </a:p>
                  </a:txBody>
                  <a:tcPr marT="91440" marB="91440"/>
                </a:tc>
                <a:tc>
                  <a:txBody>
                    <a:bodyPr/>
                    <a:lstStyle/>
                    <a:p>
                      <a:pPr lvl="0" algn="ctr">
                        <a:buNone/>
                      </a:pPr>
                      <a:r>
                        <a:rPr lang="en-GB">
                          <a:solidFill>
                            <a:schemeClr val="accent1"/>
                          </a:solidFill>
                          <a:latin typeface="Calibri"/>
                        </a:rPr>
                        <a:t>2</a:t>
                      </a:r>
                    </a:p>
                  </a:txBody>
                  <a:tcPr marT="91440" marB="91440"/>
                </a:tc>
                <a:tc>
                  <a:txBody>
                    <a:bodyPr/>
                    <a:lstStyle/>
                    <a:p>
                      <a:pPr lvl="0" algn="ctr">
                        <a:buNone/>
                      </a:pPr>
                      <a:r>
                        <a:rPr lang="en-GB">
                          <a:solidFill>
                            <a:schemeClr val="accent1"/>
                          </a:solidFill>
                          <a:latin typeface="Calibri"/>
                        </a:rPr>
                        <a:t>3</a:t>
                      </a:r>
                    </a:p>
                  </a:txBody>
                  <a:tcPr marT="91440" marB="91440">
                    <a:solidFill>
                      <a:schemeClr val="bg1"/>
                    </a:solidFill>
                  </a:tcPr>
                </a:tc>
                <a:tc>
                  <a:txBody>
                    <a:bodyPr/>
                    <a:lstStyle/>
                    <a:p>
                      <a:pPr lvl="0" algn="ctr">
                        <a:buNone/>
                      </a:pPr>
                      <a:r>
                        <a:rPr lang="en-GB">
                          <a:solidFill>
                            <a:schemeClr val="accent1"/>
                          </a:solidFill>
                          <a:latin typeface="Calibri"/>
                        </a:rPr>
                        <a:t>4</a:t>
                      </a:r>
                    </a:p>
                  </a:txBody>
                  <a:tcPr marT="91440" marB="91440">
                    <a:solidFill>
                      <a:schemeClr val="bg1"/>
                    </a:solidFill>
                  </a:tcPr>
                </a:tc>
                <a:tc>
                  <a:txBody>
                    <a:bodyPr/>
                    <a:lstStyle/>
                    <a:p>
                      <a:pPr lvl="0" algn="ctr">
                        <a:buNone/>
                      </a:pPr>
                      <a:r>
                        <a:rPr lang="en-GB">
                          <a:solidFill>
                            <a:schemeClr val="accent1"/>
                          </a:solidFill>
                          <a:latin typeface="Calibri"/>
                        </a:rPr>
                        <a:t>5</a:t>
                      </a:r>
                    </a:p>
                  </a:txBody>
                  <a:tcPr marT="91440" marB="91440">
                    <a:solidFill>
                      <a:schemeClr val="bg1"/>
                    </a:solidFill>
                  </a:tcPr>
                </a:tc>
                <a:extLst>
                  <a:ext uri="{0D108BD9-81ED-4DB2-BD59-A6C34878D82A}">
                    <a16:rowId xmlns:a16="http://schemas.microsoft.com/office/drawing/2014/main" val="4185598894"/>
                  </a:ext>
                </a:extLst>
              </a:tr>
              <a:tr h="457200">
                <a:tc>
                  <a:txBody>
                    <a:bodyPr/>
                    <a:lstStyle/>
                    <a:p>
                      <a:pPr lvl="0" algn="ctr">
                        <a:buNone/>
                      </a:pPr>
                      <a:endParaRPr lang="en-GB">
                        <a:solidFill>
                          <a:schemeClr val="accent1"/>
                        </a:solidFill>
                        <a:latin typeface="Calibri"/>
                      </a:endParaRPr>
                    </a:p>
                  </a:txBody>
                  <a:tcPr marT="91440" marB="91440" anchor="ctr"/>
                </a:tc>
                <a:tc gridSpan="6">
                  <a:txBody>
                    <a:bodyPr/>
                    <a:lstStyle/>
                    <a:p>
                      <a:pPr lvl="0" algn="ctr">
                        <a:buNone/>
                      </a:pPr>
                      <a:r>
                        <a:rPr lang="en-GB">
                          <a:solidFill>
                            <a:schemeClr val="accent1"/>
                          </a:solidFill>
                          <a:latin typeface="Calibri"/>
                        </a:rPr>
                        <a:t>Impact</a:t>
                      </a:r>
                    </a:p>
                  </a:txBody>
                  <a:tcPr marT="91440" marB="91440"/>
                </a:tc>
                <a:tc hMerge="1">
                  <a:txBody>
                    <a:bodyPr/>
                    <a:lstStyle/>
                    <a:p>
                      <a:endParaRPr lang="en-US"/>
                    </a:p>
                  </a:txBody>
                  <a:tcPr marT="91440" marB="91440"/>
                </a:tc>
                <a:tc hMerge="1">
                  <a:txBody>
                    <a:bodyPr/>
                    <a:lstStyle/>
                    <a:p>
                      <a:endParaRPr lang="en-US"/>
                    </a:p>
                  </a:txBody>
                  <a:tcPr marT="91440" marB="91440"/>
                </a:tc>
                <a:tc hMerge="1">
                  <a:txBody>
                    <a:bodyPr/>
                    <a:lstStyle/>
                    <a:p>
                      <a:endParaRPr lang="en-US"/>
                    </a:p>
                  </a:txBody>
                  <a:tcPr marT="91440" marB="91440">
                    <a:solidFill>
                      <a:srgbClr val="ED7D31"/>
                    </a:solidFill>
                  </a:tcPr>
                </a:tc>
                <a:tc hMerge="1">
                  <a:txBody>
                    <a:bodyPr/>
                    <a:lstStyle/>
                    <a:p>
                      <a:endParaRPr lang="en-US"/>
                    </a:p>
                  </a:txBody>
                  <a:tcPr marT="91440" marB="91440">
                    <a:solidFill>
                      <a:srgbClr val="ED7D31"/>
                    </a:solidFill>
                  </a:tcPr>
                </a:tc>
                <a:tc hMerge="1">
                  <a:txBody>
                    <a:bodyPr/>
                    <a:lstStyle/>
                    <a:p>
                      <a:endParaRPr lang="en-US"/>
                    </a:p>
                  </a:txBody>
                  <a:tcPr marT="91440" marB="91440">
                    <a:solidFill>
                      <a:srgbClr val="ED7D31"/>
                    </a:solidFill>
                  </a:tcPr>
                </a:tc>
                <a:extLst>
                  <a:ext uri="{0D108BD9-81ED-4DB2-BD59-A6C34878D82A}">
                    <a16:rowId xmlns:a16="http://schemas.microsoft.com/office/drawing/2014/main" val="3478734802"/>
                  </a:ext>
                </a:extLst>
              </a:tr>
            </a:tbl>
          </a:graphicData>
        </a:graphic>
      </p:graphicFrame>
      <p:sp>
        <p:nvSpPr>
          <p:cNvPr id="16" name="TextBox 15">
            <a:extLst>
              <a:ext uri="{FF2B5EF4-FFF2-40B4-BE49-F238E27FC236}">
                <a16:creationId xmlns:a16="http://schemas.microsoft.com/office/drawing/2014/main" id="{675933C5-0398-ACEA-1070-C3EC682B1C2F}"/>
              </a:ext>
            </a:extLst>
          </p:cNvPr>
          <p:cNvSpPr txBox="1"/>
          <p:nvPr/>
        </p:nvSpPr>
        <p:spPr>
          <a:xfrm rot="5400000">
            <a:off x="-411010" y="2191516"/>
            <a:ext cx="2758858"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a:solidFill>
                  <a:schemeClr val="accent1"/>
                </a:solidFill>
                <a:latin typeface="Calibri"/>
              </a:rPr>
              <a:t>Probability</a:t>
            </a:r>
          </a:p>
        </p:txBody>
      </p:sp>
      <p:sp>
        <p:nvSpPr>
          <p:cNvPr id="18" name="Oval 17">
            <a:extLst>
              <a:ext uri="{FF2B5EF4-FFF2-40B4-BE49-F238E27FC236}">
                <a16:creationId xmlns:a16="http://schemas.microsoft.com/office/drawing/2014/main" id="{1C9CDCD9-66D8-BE87-73D8-9C41AB81DA4C}"/>
              </a:ext>
            </a:extLst>
          </p:cNvPr>
          <p:cNvSpPr/>
          <p:nvPr/>
        </p:nvSpPr>
        <p:spPr>
          <a:xfrm>
            <a:off x="3578595" y="2039539"/>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8410" y="27382"/>
                  <a:pt x="40680" y="-1606"/>
                  <a:pt x="97367" y="0"/>
                </a:cubicBezTo>
                <a:cubicBezTo>
                  <a:pt x="143826" y="9689"/>
                  <a:pt x="190824" y="42687"/>
                  <a:pt x="194734" y="90312"/>
                </a:cubicBezTo>
                <a:cubicBezTo>
                  <a:pt x="190963" y="138341"/>
                  <a:pt x="153104" y="174465"/>
                  <a:pt x="97367" y="180624"/>
                </a:cubicBezTo>
                <a:cubicBezTo>
                  <a:pt x="40073" y="177161"/>
                  <a:pt x="5383" y="136941"/>
                  <a:pt x="0" y="90312"/>
                </a:cubicBezTo>
                <a:close/>
              </a:path>
              <a:path w="194734" h="180624" stroke="0" extrusionOk="0">
                <a:moveTo>
                  <a:pt x="0" y="90312"/>
                </a:moveTo>
                <a:cubicBezTo>
                  <a:pt x="-2100" y="46297"/>
                  <a:pt x="44281" y="10977"/>
                  <a:pt x="97367" y="0"/>
                </a:cubicBezTo>
                <a:cubicBezTo>
                  <a:pt x="161858" y="-1636"/>
                  <a:pt x="201035" y="39466"/>
                  <a:pt x="194734" y="90312"/>
                </a:cubicBezTo>
                <a:cubicBezTo>
                  <a:pt x="189706" y="147662"/>
                  <a:pt x="159174" y="168482"/>
                  <a:pt x="97367" y="180624"/>
                </a:cubicBezTo>
                <a:cubicBezTo>
                  <a:pt x="30460" y="184111"/>
                  <a:pt x="-164" y="137994"/>
                  <a:pt x="0" y="90312"/>
                </a:cubicBezTo>
                <a:close/>
              </a:path>
            </a:pathLst>
          </a:custGeom>
          <a:solidFill>
            <a:schemeClr val="accent1"/>
          </a:solidFill>
          <a:ln>
            <a:solidFill>
              <a:schemeClr val="accent1"/>
            </a:solidFill>
            <a:extLst>
              <a:ext uri="{C807C97D-BFC1-408E-A445-0C87EB9F89A2}">
                <ask:lineSketchStyleProps xmlns:ask="http://schemas.microsoft.com/office/drawing/2018/sketchyshapes" sd="283741067">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19" name="Oval 18">
            <a:extLst>
              <a:ext uri="{FF2B5EF4-FFF2-40B4-BE49-F238E27FC236}">
                <a16:creationId xmlns:a16="http://schemas.microsoft.com/office/drawing/2014/main" id="{BC43F5EE-7712-02A6-D37D-4CED009BA705}"/>
              </a:ext>
            </a:extLst>
          </p:cNvPr>
          <p:cNvSpPr/>
          <p:nvPr/>
        </p:nvSpPr>
        <p:spPr>
          <a:xfrm>
            <a:off x="2190313" y="2476022"/>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8410" y="27382"/>
                  <a:pt x="40680" y="-1606"/>
                  <a:pt x="97367" y="0"/>
                </a:cubicBezTo>
                <a:cubicBezTo>
                  <a:pt x="143826" y="9689"/>
                  <a:pt x="190824" y="42687"/>
                  <a:pt x="194734" y="90312"/>
                </a:cubicBezTo>
                <a:cubicBezTo>
                  <a:pt x="190963" y="138341"/>
                  <a:pt x="153104" y="174465"/>
                  <a:pt x="97367" y="180624"/>
                </a:cubicBezTo>
                <a:cubicBezTo>
                  <a:pt x="40073" y="177161"/>
                  <a:pt x="5383" y="136941"/>
                  <a:pt x="0" y="90312"/>
                </a:cubicBezTo>
                <a:close/>
              </a:path>
              <a:path w="194734" h="180624" stroke="0" extrusionOk="0">
                <a:moveTo>
                  <a:pt x="0" y="90312"/>
                </a:moveTo>
                <a:cubicBezTo>
                  <a:pt x="-2100" y="46297"/>
                  <a:pt x="44281" y="10977"/>
                  <a:pt x="97367" y="0"/>
                </a:cubicBezTo>
                <a:cubicBezTo>
                  <a:pt x="161858" y="-1636"/>
                  <a:pt x="201035" y="39466"/>
                  <a:pt x="194734" y="90312"/>
                </a:cubicBezTo>
                <a:cubicBezTo>
                  <a:pt x="189706" y="147662"/>
                  <a:pt x="159174" y="168482"/>
                  <a:pt x="97367" y="180624"/>
                </a:cubicBezTo>
                <a:cubicBezTo>
                  <a:pt x="30460" y="184111"/>
                  <a:pt x="-164" y="137994"/>
                  <a:pt x="0" y="90312"/>
                </a:cubicBezTo>
                <a:close/>
              </a:path>
            </a:pathLst>
          </a:custGeom>
          <a:solidFill>
            <a:schemeClr val="accent1"/>
          </a:solidFill>
          <a:ln>
            <a:solidFill>
              <a:schemeClr val="accent1"/>
            </a:solidFill>
            <a:extLst>
              <a:ext uri="{C807C97D-BFC1-408E-A445-0C87EB9F89A2}">
                <ask:lineSketchStyleProps xmlns:ask="http://schemas.microsoft.com/office/drawing/2018/sketchyshapes" sd="283741067">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20" name="Oval 19">
            <a:extLst>
              <a:ext uri="{FF2B5EF4-FFF2-40B4-BE49-F238E27FC236}">
                <a16:creationId xmlns:a16="http://schemas.microsoft.com/office/drawing/2014/main" id="{2E05D67A-1F57-590F-01F8-EA74A075FFE5}"/>
              </a:ext>
            </a:extLst>
          </p:cNvPr>
          <p:cNvSpPr/>
          <p:nvPr/>
        </p:nvSpPr>
        <p:spPr>
          <a:xfrm>
            <a:off x="3576005" y="1567885"/>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8410" y="27382"/>
                  <a:pt x="40680" y="-1606"/>
                  <a:pt x="97367" y="0"/>
                </a:cubicBezTo>
                <a:cubicBezTo>
                  <a:pt x="143826" y="9689"/>
                  <a:pt x="190824" y="42687"/>
                  <a:pt x="194734" y="90312"/>
                </a:cubicBezTo>
                <a:cubicBezTo>
                  <a:pt x="190963" y="138341"/>
                  <a:pt x="153104" y="174465"/>
                  <a:pt x="97367" y="180624"/>
                </a:cubicBezTo>
                <a:cubicBezTo>
                  <a:pt x="40073" y="177161"/>
                  <a:pt x="5383" y="136941"/>
                  <a:pt x="0" y="90312"/>
                </a:cubicBezTo>
                <a:close/>
              </a:path>
              <a:path w="194734" h="180624" stroke="0" extrusionOk="0">
                <a:moveTo>
                  <a:pt x="0" y="90312"/>
                </a:moveTo>
                <a:cubicBezTo>
                  <a:pt x="-2100" y="46297"/>
                  <a:pt x="44281" y="10977"/>
                  <a:pt x="97367" y="0"/>
                </a:cubicBezTo>
                <a:cubicBezTo>
                  <a:pt x="161858" y="-1636"/>
                  <a:pt x="201035" y="39466"/>
                  <a:pt x="194734" y="90312"/>
                </a:cubicBezTo>
                <a:cubicBezTo>
                  <a:pt x="189706" y="147662"/>
                  <a:pt x="159174" y="168482"/>
                  <a:pt x="97367" y="180624"/>
                </a:cubicBezTo>
                <a:cubicBezTo>
                  <a:pt x="30460" y="184111"/>
                  <a:pt x="-164" y="137994"/>
                  <a:pt x="0" y="90312"/>
                </a:cubicBezTo>
                <a:close/>
              </a:path>
            </a:pathLst>
          </a:custGeom>
          <a:solidFill>
            <a:srgbClr val="7030A0"/>
          </a:solidFill>
          <a:ln>
            <a:solidFill>
              <a:srgbClr val="7030A0"/>
            </a:solidFill>
            <a:extLst>
              <a:ext uri="{C807C97D-BFC1-408E-A445-0C87EB9F89A2}">
                <ask:lineSketchStyleProps xmlns:ask="http://schemas.microsoft.com/office/drawing/2018/sketchyshapes" sd="283741067">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21" name="Oval 20">
            <a:extLst>
              <a:ext uri="{FF2B5EF4-FFF2-40B4-BE49-F238E27FC236}">
                <a16:creationId xmlns:a16="http://schemas.microsoft.com/office/drawing/2014/main" id="{35BD48AB-961D-6264-D179-3C6C13E7080A}"/>
              </a:ext>
            </a:extLst>
          </p:cNvPr>
          <p:cNvSpPr/>
          <p:nvPr/>
        </p:nvSpPr>
        <p:spPr>
          <a:xfrm>
            <a:off x="2636553" y="1567886"/>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8410" y="27382"/>
                  <a:pt x="40680" y="-1606"/>
                  <a:pt x="97367" y="0"/>
                </a:cubicBezTo>
                <a:cubicBezTo>
                  <a:pt x="143826" y="9689"/>
                  <a:pt x="190824" y="42687"/>
                  <a:pt x="194734" y="90312"/>
                </a:cubicBezTo>
                <a:cubicBezTo>
                  <a:pt x="190963" y="138341"/>
                  <a:pt x="153104" y="174465"/>
                  <a:pt x="97367" y="180624"/>
                </a:cubicBezTo>
                <a:cubicBezTo>
                  <a:pt x="40073" y="177161"/>
                  <a:pt x="5383" y="136941"/>
                  <a:pt x="0" y="90312"/>
                </a:cubicBezTo>
                <a:close/>
              </a:path>
              <a:path w="194734" h="180624" stroke="0" extrusionOk="0">
                <a:moveTo>
                  <a:pt x="0" y="90312"/>
                </a:moveTo>
                <a:cubicBezTo>
                  <a:pt x="-2100" y="46297"/>
                  <a:pt x="44281" y="10977"/>
                  <a:pt x="97367" y="0"/>
                </a:cubicBezTo>
                <a:cubicBezTo>
                  <a:pt x="161858" y="-1636"/>
                  <a:pt x="201035" y="39466"/>
                  <a:pt x="194734" y="90312"/>
                </a:cubicBezTo>
                <a:cubicBezTo>
                  <a:pt x="189706" y="147662"/>
                  <a:pt x="159174" y="168482"/>
                  <a:pt x="97367" y="180624"/>
                </a:cubicBezTo>
                <a:cubicBezTo>
                  <a:pt x="30460" y="184111"/>
                  <a:pt x="-164" y="137994"/>
                  <a:pt x="0" y="90312"/>
                </a:cubicBezTo>
                <a:close/>
              </a:path>
            </a:pathLst>
          </a:custGeom>
          <a:solidFill>
            <a:srgbClr val="7030A0"/>
          </a:solidFill>
          <a:ln>
            <a:solidFill>
              <a:srgbClr val="7030A0"/>
            </a:solidFill>
            <a:extLst>
              <a:ext uri="{C807C97D-BFC1-408E-A445-0C87EB9F89A2}">
                <ask:lineSketchStyleProps xmlns:ask="http://schemas.microsoft.com/office/drawing/2018/sketchyshapes" sd="283741067">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cxnSp>
        <p:nvCxnSpPr>
          <p:cNvPr id="22" name="Straight Arrow Connector 21">
            <a:extLst>
              <a:ext uri="{FF2B5EF4-FFF2-40B4-BE49-F238E27FC236}">
                <a16:creationId xmlns:a16="http://schemas.microsoft.com/office/drawing/2014/main" id="{C4952CC7-9440-69E0-E3F7-765A77FB0C14}"/>
              </a:ext>
            </a:extLst>
          </p:cNvPr>
          <p:cNvCxnSpPr/>
          <p:nvPr/>
        </p:nvCxnSpPr>
        <p:spPr>
          <a:xfrm flipH="1">
            <a:off x="2413185" y="2135746"/>
            <a:ext cx="1225503" cy="330858"/>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1D39D9FC-0474-3C9A-F073-5A1E31907A3C}"/>
              </a:ext>
            </a:extLst>
          </p:cNvPr>
          <p:cNvCxnSpPr/>
          <p:nvPr/>
        </p:nvCxnSpPr>
        <p:spPr>
          <a:xfrm flipH="1">
            <a:off x="2878194" y="1655448"/>
            <a:ext cx="728073" cy="7828"/>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3DDA121-A8A3-68DE-3316-F459709E2962}"/>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Tree>
    <p:extLst>
      <p:ext uri="{BB962C8B-B14F-4D97-AF65-F5344CB8AC3E}">
        <p14:creationId xmlns:p14="http://schemas.microsoft.com/office/powerpoint/2010/main" val="25357340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65">
          <a:extLst>
            <a:ext uri="{FF2B5EF4-FFF2-40B4-BE49-F238E27FC236}">
              <a16:creationId xmlns:a16="http://schemas.microsoft.com/office/drawing/2014/main" id="{4EA3BA77-1D50-ADBC-56D5-6A091F99C4BC}"/>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756F75ED-D066-1532-4622-ED9BFF039855}"/>
              </a:ext>
            </a:extLst>
          </p:cNvPr>
          <p:cNvGrpSpPr/>
          <p:nvPr/>
        </p:nvGrpSpPr>
        <p:grpSpPr>
          <a:xfrm>
            <a:off x="1262" y="-142"/>
            <a:ext cx="9146016" cy="5141405"/>
            <a:chOff x="1263" y="-142"/>
            <a:chExt cx="10058400" cy="914401"/>
          </a:xfrm>
        </p:grpSpPr>
        <p:sp>
          <p:nvSpPr>
            <p:cNvPr id="3" name="Rectangle 2">
              <a:extLst>
                <a:ext uri="{FF2B5EF4-FFF2-40B4-BE49-F238E27FC236}">
                  <a16:creationId xmlns:a16="http://schemas.microsoft.com/office/drawing/2014/main" id="{389128D0-DD5F-E19E-FF46-ECB3AF4D8A28}"/>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D23E81C4-5115-F52A-1147-86616688D766}"/>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F687B294-D1C5-3EF2-3B5C-79DEE3F15483}"/>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57D17C24-F189-3F71-C1F2-F330A1E7A4D9}"/>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AAD37D53-6691-7C0F-2C03-AB6EB629F919}"/>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3BE2BC89-2FC4-66E9-C62E-47F8DCD92B0C}"/>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Rectangle 10">
            <a:extLst>
              <a:ext uri="{FF2B5EF4-FFF2-40B4-BE49-F238E27FC236}">
                <a16:creationId xmlns:a16="http://schemas.microsoft.com/office/drawing/2014/main" id="{9D93E036-CFDD-4F80-67D0-C034B21028C6}"/>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7970DC27-29E8-750B-5494-A27BB69DFEA8}"/>
              </a:ext>
            </a:extLst>
          </p:cNvPr>
          <p:cNvSpPr/>
          <p:nvPr/>
        </p:nvSpPr>
        <p:spPr>
          <a:xfrm>
            <a:off x="454139" y="341831"/>
            <a:ext cx="8237349" cy="4062493"/>
          </a:xfrm>
          <a:prstGeom prst="rect">
            <a:avLst/>
          </a:prstGeom>
          <a:solidFill>
            <a:schemeClr val="bg1"/>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66" name="Google Shape;66;p15">
            <a:extLst>
              <a:ext uri="{FF2B5EF4-FFF2-40B4-BE49-F238E27FC236}">
                <a16:creationId xmlns:a16="http://schemas.microsoft.com/office/drawing/2014/main" id="{C149834F-6199-6242-56A6-BDC507856CCD}"/>
              </a:ext>
            </a:extLst>
          </p:cNvPr>
          <p:cNvSpPr txBox="1">
            <a:spLocks noGrp="1"/>
          </p:cNvSpPr>
          <p:nvPr>
            <p:ph type="title"/>
          </p:nvPr>
        </p:nvSpPr>
        <p:spPr>
          <a:xfrm>
            <a:off x="456384" y="407247"/>
            <a:ext cx="8520600" cy="572700"/>
          </a:xfrm>
          <a:prstGeom prst="rect">
            <a:avLst/>
          </a:prstGeom>
        </p:spPr>
        <p:txBody>
          <a:bodyPr spcFirstLastPara="1" wrap="square" lIns="91425" tIns="91425" rIns="91425" bIns="91425" anchor="t" anchorCtr="0">
            <a:normAutofit fontScale="90000"/>
          </a:bodyPr>
          <a:lstStyle/>
          <a:p>
            <a:r>
              <a:rPr lang="en" b="1">
                <a:solidFill>
                  <a:srgbClr val="4285F4"/>
                </a:solidFill>
                <a:latin typeface="Fairwater Script"/>
              </a:rPr>
              <a:t>Risks - Security</a:t>
            </a:r>
            <a:endParaRPr b="1">
              <a:solidFill>
                <a:srgbClr val="4285F4"/>
              </a:solidFill>
              <a:latin typeface="Fairwater Script"/>
            </a:endParaRPr>
          </a:p>
        </p:txBody>
      </p:sp>
      <p:sp>
        <p:nvSpPr>
          <p:cNvPr id="67" name="Google Shape;67;p15">
            <a:extLst>
              <a:ext uri="{FF2B5EF4-FFF2-40B4-BE49-F238E27FC236}">
                <a16:creationId xmlns:a16="http://schemas.microsoft.com/office/drawing/2014/main" id="{DB4156AE-259F-6FD7-14C7-873ACD73309D}"/>
              </a:ext>
            </a:extLst>
          </p:cNvPr>
          <p:cNvSpPr txBox="1">
            <a:spLocks noGrp="1"/>
          </p:cNvSpPr>
          <p:nvPr>
            <p:ph type="body" idx="1"/>
          </p:nvPr>
        </p:nvSpPr>
        <p:spPr>
          <a:xfrm>
            <a:off x="3979329" y="342247"/>
            <a:ext cx="4708288" cy="4115041"/>
          </a:xfrm>
          <a:prstGeom prst="rect">
            <a:avLst/>
          </a:prstGeom>
        </p:spPr>
        <p:txBody>
          <a:bodyPr spcFirstLastPara="1" wrap="square" lIns="91425" tIns="91425" rIns="91425" bIns="91425" anchor="t" anchorCtr="0">
            <a:noAutofit/>
          </a:bodyPr>
          <a:lstStyle/>
          <a:p>
            <a:pPr marL="285750" indent="-285750">
              <a:lnSpc>
                <a:spcPct val="100000"/>
              </a:lnSpc>
            </a:pPr>
            <a:r>
              <a:rPr lang="en-US" b="1">
                <a:solidFill>
                  <a:schemeClr val="accent1"/>
                </a:solidFill>
                <a:latin typeface="Calibri"/>
                <a:ea typeface="Calibri"/>
                <a:cs typeface="Calibri"/>
              </a:rPr>
              <a:t>Risk: User Inputs Confidential/Personal Information</a:t>
            </a:r>
            <a:endParaRPr lang="en-US">
              <a:solidFill>
                <a:schemeClr val="accent1"/>
              </a:solidFill>
            </a:endParaRPr>
          </a:p>
          <a:p>
            <a:pPr lvl="1">
              <a:lnSpc>
                <a:spcPct val="100000"/>
              </a:lnSpc>
            </a:pPr>
            <a:r>
              <a:rPr lang="en-US">
                <a:solidFill>
                  <a:schemeClr val="accent1"/>
                </a:solidFill>
                <a:latin typeface="Calibri"/>
                <a:ea typeface="Calibri"/>
                <a:cs typeface="Calibri"/>
              </a:rPr>
              <a:t>Probability: 2; Impact: 5</a:t>
            </a:r>
          </a:p>
          <a:p>
            <a:pPr lvl="1">
              <a:lnSpc>
                <a:spcPct val="100000"/>
              </a:lnSpc>
            </a:pPr>
            <a:r>
              <a:rPr lang="en-US">
                <a:solidFill>
                  <a:schemeClr val="accent1"/>
                </a:solidFill>
                <a:latin typeface="Calibri"/>
                <a:ea typeface="Calibri"/>
                <a:cs typeface="Calibri"/>
              </a:rPr>
              <a:t>Mitigation: Utilize the filters already present in the LLM to detect certain keywords and block certain prompts. Then relay the LLM warnings to the user. Also relay if any confirmation on the user side is required due to possible confidential data within in the prompt.</a:t>
            </a:r>
          </a:p>
          <a:p>
            <a:pPr lvl="1">
              <a:lnSpc>
                <a:spcPct val="100000"/>
              </a:lnSpc>
            </a:pPr>
            <a:r>
              <a:rPr lang="en-US">
                <a:solidFill>
                  <a:schemeClr val="accent1"/>
                </a:solidFill>
                <a:latin typeface="Calibri"/>
                <a:ea typeface="Calibri"/>
                <a:cs typeface="Calibri"/>
              </a:rPr>
              <a:t>Expected reduction: Probability: 1; Impact: 2</a:t>
            </a:r>
            <a:endParaRPr lang="en-US">
              <a:solidFill>
                <a:schemeClr val="accent1"/>
              </a:solidFill>
              <a:ea typeface="Calibri"/>
            </a:endParaRPr>
          </a:p>
          <a:p>
            <a:pPr marL="285750" indent="-285750">
              <a:lnSpc>
                <a:spcPct val="100000"/>
              </a:lnSpc>
            </a:pPr>
            <a:r>
              <a:rPr lang="en-US" b="1">
                <a:solidFill>
                  <a:srgbClr val="7030A0"/>
                </a:solidFill>
                <a:latin typeface="Calibri"/>
                <a:ea typeface="Calibri"/>
                <a:cs typeface="Calibri"/>
              </a:rPr>
              <a:t>Risk: Users Try to Access Harmful Content</a:t>
            </a:r>
          </a:p>
          <a:p>
            <a:pPr lvl="1">
              <a:lnSpc>
                <a:spcPct val="100000"/>
              </a:lnSpc>
            </a:pPr>
            <a:r>
              <a:rPr lang="en-US">
                <a:solidFill>
                  <a:srgbClr val="7030A0"/>
                </a:solidFill>
                <a:latin typeface="Calibri"/>
                <a:ea typeface="Calibri"/>
                <a:cs typeface="Calibri"/>
              </a:rPr>
              <a:t>Probability: 3; Impact: 4</a:t>
            </a:r>
          </a:p>
          <a:p>
            <a:pPr lvl="1">
              <a:lnSpc>
                <a:spcPct val="100000"/>
              </a:lnSpc>
            </a:pPr>
            <a:r>
              <a:rPr lang="en-US">
                <a:solidFill>
                  <a:srgbClr val="7030A0"/>
                </a:solidFill>
                <a:latin typeface="Calibri"/>
                <a:ea typeface="Calibri"/>
                <a:cs typeface="Calibri"/>
              </a:rPr>
              <a:t>Mitigation: Utilize the filters already present in the LLM to detect certain keywords and block certain prompts. Then relay the LLM warnings to the user.</a:t>
            </a:r>
            <a:endParaRPr lang="en-US">
              <a:solidFill>
                <a:srgbClr val="7030A0"/>
              </a:solidFill>
              <a:ea typeface="Calibri"/>
            </a:endParaRPr>
          </a:p>
          <a:p>
            <a:pPr lvl="1">
              <a:lnSpc>
                <a:spcPct val="100000"/>
              </a:lnSpc>
            </a:pPr>
            <a:r>
              <a:rPr lang="en-US">
                <a:solidFill>
                  <a:srgbClr val="7030A0"/>
                </a:solidFill>
                <a:latin typeface="Calibri"/>
                <a:ea typeface="Calibri"/>
                <a:cs typeface="Calibri"/>
              </a:rPr>
              <a:t>Expected reduction: Probability: 2; Impact: 2 </a:t>
            </a:r>
            <a:endParaRPr lang="en-US">
              <a:solidFill>
                <a:srgbClr val="7030A0"/>
              </a:solidFill>
            </a:endParaRPr>
          </a:p>
        </p:txBody>
      </p:sp>
      <p:sp>
        <p:nvSpPr>
          <p:cNvPr id="2" name="Slide Number Placeholder 1">
            <a:extLst>
              <a:ext uri="{FF2B5EF4-FFF2-40B4-BE49-F238E27FC236}">
                <a16:creationId xmlns:a16="http://schemas.microsoft.com/office/drawing/2014/main" id="{CD5AB803-28E3-BCE1-10F3-2D1E43E6F81C}"/>
              </a:ext>
            </a:extLst>
          </p:cNvPr>
          <p:cNvSpPr>
            <a:spLocks noGrp="1"/>
          </p:cNvSpPr>
          <p:nvPr>
            <p:ph type="sldNum" idx="12"/>
          </p:nvPr>
        </p:nvSpPr>
        <p:spPr>
          <a:xfrm>
            <a:off x="8595439" y="4750027"/>
            <a:ext cx="548700" cy="393600"/>
          </a:xfrm>
        </p:spPr>
        <p:txBody>
          <a:bodyPr/>
          <a:lstStyle/>
          <a:p>
            <a:fld id="{00000000-1234-1234-1234-123412341234}" type="slidenum">
              <a:rPr lang="en"/>
              <a:t>22</a:t>
            </a:fld>
            <a:endParaRPr lang="en-GB"/>
          </a:p>
        </p:txBody>
      </p:sp>
      <p:sp>
        <p:nvSpPr>
          <p:cNvPr id="12" name="Rectangle 11">
            <a:extLst>
              <a:ext uri="{FF2B5EF4-FFF2-40B4-BE49-F238E27FC236}">
                <a16:creationId xmlns:a16="http://schemas.microsoft.com/office/drawing/2014/main" id="{FE821C80-701E-7C2F-BC18-EDD950D19919}"/>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graphicFrame>
        <p:nvGraphicFramePr>
          <p:cNvPr id="10" name="Table 9">
            <a:extLst>
              <a:ext uri="{FF2B5EF4-FFF2-40B4-BE49-F238E27FC236}">
                <a16:creationId xmlns:a16="http://schemas.microsoft.com/office/drawing/2014/main" id="{6A5763BE-BE22-3969-B901-744B3C6AF48E}"/>
              </a:ext>
            </a:extLst>
          </p:cNvPr>
          <p:cNvGraphicFramePr>
            <a:graphicFrameLocks noGrp="1"/>
          </p:cNvGraphicFramePr>
          <p:nvPr/>
        </p:nvGraphicFramePr>
        <p:xfrm>
          <a:off x="696447" y="980725"/>
          <a:ext cx="3200400" cy="3200400"/>
        </p:xfrm>
        <a:graphic>
          <a:graphicData uri="http://schemas.openxmlformats.org/drawingml/2006/table">
            <a:tbl>
              <a:tblPr>
                <a:tableStyleId>{BC89EF96-8CEA-46FF-86C4-4CE0E7609802}</a:tableStyleId>
              </a:tblPr>
              <a:tblGrid>
                <a:gridCol w="457200">
                  <a:extLst>
                    <a:ext uri="{9D8B030D-6E8A-4147-A177-3AD203B41FA5}">
                      <a16:colId xmlns:a16="http://schemas.microsoft.com/office/drawing/2014/main" val="3037145696"/>
                    </a:ext>
                  </a:extLst>
                </a:gridCol>
                <a:gridCol w="457200">
                  <a:extLst>
                    <a:ext uri="{9D8B030D-6E8A-4147-A177-3AD203B41FA5}">
                      <a16:colId xmlns:a16="http://schemas.microsoft.com/office/drawing/2014/main" val="89151350"/>
                    </a:ext>
                  </a:extLst>
                </a:gridCol>
                <a:gridCol w="457200">
                  <a:extLst>
                    <a:ext uri="{9D8B030D-6E8A-4147-A177-3AD203B41FA5}">
                      <a16:colId xmlns:a16="http://schemas.microsoft.com/office/drawing/2014/main" val="4042017803"/>
                    </a:ext>
                  </a:extLst>
                </a:gridCol>
                <a:gridCol w="457200">
                  <a:extLst>
                    <a:ext uri="{9D8B030D-6E8A-4147-A177-3AD203B41FA5}">
                      <a16:colId xmlns:a16="http://schemas.microsoft.com/office/drawing/2014/main" val="2142139477"/>
                    </a:ext>
                  </a:extLst>
                </a:gridCol>
                <a:gridCol w="457200">
                  <a:extLst>
                    <a:ext uri="{9D8B030D-6E8A-4147-A177-3AD203B41FA5}">
                      <a16:colId xmlns:a16="http://schemas.microsoft.com/office/drawing/2014/main" val="1588049007"/>
                    </a:ext>
                  </a:extLst>
                </a:gridCol>
                <a:gridCol w="457200">
                  <a:extLst>
                    <a:ext uri="{9D8B030D-6E8A-4147-A177-3AD203B41FA5}">
                      <a16:colId xmlns:a16="http://schemas.microsoft.com/office/drawing/2014/main" val="2866319481"/>
                    </a:ext>
                  </a:extLst>
                </a:gridCol>
                <a:gridCol w="457200">
                  <a:extLst>
                    <a:ext uri="{9D8B030D-6E8A-4147-A177-3AD203B41FA5}">
                      <a16:colId xmlns:a16="http://schemas.microsoft.com/office/drawing/2014/main" val="2125499233"/>
                    </a:ext>
                  </a:extLst>
                </a:gridCol>
              </a:tblGrid>
              <a:tr h="457200">
                <a:tc rowSpan="6">
                  <a:txBody>
                    <a:bodyPr/>
                    <a:lstStyle/>
                    <a:p>
                      <a:pPr lvl="0" algn="r">
                        <a:buNone/>
                      </a:pPr>
                      <a:endParaRPr lang="en-GB">
                        <a:solidFill>
                          <a:schemeClr val="accent1"/>
                        </a:solidFill>
                        <a:latin typeface="Calibri"/>
                      </a:endParaRPr>
                    </a:p>
                  </a:txBody>
                  <a:tcPr marT="91440" marB="91440" anchor="ctr"/>
                </a:tc>
                <a:tc>
                  <a:txBody>
                    <a:bodyPr/>
                    <a:lstStyle/>
                    <a:p>
                      <a:pPr algn="r"/>
                      <a:r>
                        <a:rPr lang="en-GB">
                          <a:solidFill>
                            <a:schemeClr val="accent1"/>
                          </a:solidFill>
                          <a:latin typeface="Calibri"/>
                        </a:rPr>
                        <a:t>5</a:t>
                      </a:r>
                    </a:p>
                  </a:txBody>
                  <a:tcPr marT="91440" marB="91440" anchor="ctr"/>
                </a:tc>
                <a:tc>
                  <a:txBody>
                    <a:bodyPr/>
                    <a:lstStyle/>
                    <a:p>
                      <a:pPr algn="ctr"/>
                      <a:endParaRPr lang="en-GB">
                        <a:solidFill>
                          <a:schemeClr val="accent1"/>
                        </a:solidFill>
                        <a:latin typeface="Calibri"/>
                      </a:endParaRPr>
                    </a:p>
                  </a:txBody>
                  <a:tcPr marT="91440" marB="91440" anchor="b">
                    <a:solidFill>
                      <a:srgbClr val="FFC000"/>
                    </a:solidFill>
                  </a:tcPr>
                </a:tc>
                <a:tc>
                  <a:txBody>
                    <a:bodyPr/>
                    <a:lstStyle/>
                    <a:p>
                      <a:pPr algn="ctr"/>
                      <a:endParaRPr lang="en-GB">
                        <a:solidFill>
                          <a:schemeClr val="accent1"/>
                        </a:solidFill>
                        <a:latin typeface="Calibri"/>
                      </a:endParaRPr>
                    </a:p>
                  </a:txBody>
                  <a:tcPr marT="91440" marB="91440" anchor="b">
                    <a:solidFill>
                      <a:srgbClr val="FF0000"/>
                    </a:solidFill>
                  </a:tcPr>
                </a:tc>
                <a:tc>
                  <a:txBody>
                    <a:bodyPr/>
                    <a:lstStyle/>
                    <a:p>
                      <a:pPr algn="ctr"/>
                      <a:endParaRPr lang="en-GB">
                        <a:solidFill>
                          <a:schemeClr val="accent1"/>
                        </a:solidFill>
                        <a:latin typeface="Calibri"/>
                      </a:endParaRPr>
                    </a:p>
                  </a:txBody>
                  <a:tcPr marT="91440" marB="91440" anchor="b">
                    <a:solidFill>
                      <a:srgbClr val="FF0000"/>
                    </a:solidFill>
                  </a:tcPr>
                </a:tc>
                <a:tc>
                  <a:txBody>
                    <a:bodyPr/>
                    <a:lstStyle/>
                    <a:p>
                      <a:pPr lvl="0" algn="ctr">
                        <a:buNone/>
                      </a:pPr>
                      <a:endParaRPr lang="en-GB">
                        <a:solidFill>
                          <a:schemeClr val="accent1"/>
                        </a:solidFill>
                        <a:latin typeface="Calibri"/>
                      </a:endParaRPr>
                    </a:p>
                  </a:txBody>
                  <a:tcPr marT="91440" marB="91440" anchor="b">
                    <a:solidFill>
                      <a:srgbClr val="FF0000"/>
                    </a:solidFill>
                  </a:tcPr>
                </a:tc>
                <a:tc>
                  <a:txBody>
                    <a:bodyPr/>
                    <a:lstStyle/>
                    <a:p>
                      <a:pPr lvl="0" algn="ctr">
                        <a:buNone/>
                      </a:pPr>
                      <a:endParaRPr lang="en-GB">
                        <a:solidFill>
                          <a:schemeClr val="accent1"/>
                        </a:solidFill>
                        <a:latin typeface="Calibri"/>
                      </a:endParaRPr>
                    </a:p>
                  </a:txBody>
                  <a:tcPr marT="91440" marB="91440" anchor="b">
                    <a:solidFill>
                      <a:srgbClr val="FF0000"/>
                    </a:solidFill>
                  </a:tcPr>
                </a:tc>
                <a:extLst>
                  <a:ext uri="{0D108BD9-81ED-4DB2-BD59-A6C34878D82A}">
                    <a16:rowId xmlns:a16="http://schemas.microsoft.com/office/drawing/2014/main" val="4009174087"/>
                  </a:ext>
                </a:extLst>
              </a:tr>
              <a:tr h="457200">
                <a:tc vMerge="1">
                  <a:txBody>
                    <a:bodyPr/>
                    <a:lstStyle/>
                    <a:p>
                      <a:endParaRPr lang="en-US"/>
                    </a:p>
                  </a:txBody>
                  <a:tcPr marT="91440" marB="91440" anchor="ctr"/>
                </a:tc>
                <a:tc>
                  <a:txBody>
                    <a:bodyPr/>
                    <a:lstStyle/>
                    <a:p>
                      <a:pPr algn="r"/>
                      <a:r>
                        <a:rPr lang="en-GB">
                          <a:solidFill>
                            <a:schemeClr val="accent1"/>
                          </a:solidFill>
                          <a:latin typeface="Calibri"/>
                        </a:rPr>
                        <a:t>4</a:t>
                      </a:r>
                    </a:p>
                  </a:txBody>
                  <a:tcPr marT="91440" marB="91440" anchor="ctr"/>
                </a:tc>
                <a:tc>
                  <a:txBody>
                    <a:bodyPr/>
                    <a:lstStyle/>
                    <a:p>
                      <a:pPr algn="ctr"/>
                      <a:endParaRPr lang="en-GB">
                        <a:solidFill>
                          <a:schemeClr val="accent1"/>
                        </a:solidFill>
                        <a:latin typeface="Calibri"/>
                      </a:endParaRPr>
                    </a:p>
                  </a:txBody>
                  <a:tcPr marT="91440" marB="91440" anchor="ctr">
                    <a:solidFill>
                      <a:srgbClr val="FFFF00"/>
                    </a:solidFill>
                  </a:tcPr>
                </a:tc>
                <a:tc>
                  <a:txBody>
                    <a:bodyPr/>
                    <a:lstStyle/>
                    <a:p>
                      <a:pPr algn="ctr"/>
                      <a:endParaRPr lang="en-GB">
                        <a:solidFill>
                          <a:schemeClr val="accent1"/>
                        </a:solidFill>
                        <a:latin typeface="Calibri"/>
                      </a:endParaRPr>
                    </a:p>
                  </a:txBody>
                  <a:tcPr marT="91440" marB="91440" anchor="ctr">
                    <a:solidFill>
                      <a:srgbClr val="FFC000"/>
                    </a:solidFill>
                  </a:tcPr>
                </a:tc>
                <a:tc>
                  <a:txBody>
                    <a:bodyPr/>
                    <a:lstStyle/>
                    <a:p>
                      <a:pPr algn="ctr"/>
                      <a:endParaRPr lang="en-GB">
                        <a:solidFill>
                          <a:schemeClr val="accent1"/>
                        </a:solidFill>
                        <a:latin typeface="Calibri"/>
                      </a:endParaRPr>
                    </a:p>
                  </a:txBody>
                  <a:tcPr marT="91440" marB="91440" anchor="ctr">
                    <a:solidFill>
                      <a:srgbClr val="FFC000"/>
                    </a:solidFill>
                  </a:tcPr>
                </a:tc>
                <a:tc>
                  <a:txBody>
                    <a:bodyPr/>
                    <a:lstStyle/>
                    <a:p>
                      <a:pPr lvl="0" algn="ctr">
                        <a:buNone/>
                      </a:pPr>
                      <a:endParaRPr lang="en-GB">
                        <a:solidFill>
                          <a:schemeClr val="accent1"/>
                        </a:solidFill>
                        <a:latin typeface="Calibri"/>
                      </a:endParaRPr>
                    </a:p>
                  </a:txBody>
                  <a:tcPr marT="91440" marB="91440" anchor="ctr">
                    <a:solidFill>
                      <a:srgbClr val="FF0000"/>
                    </a:solidFill>
                  </a:tcPr>
                </a:tc>
                <a:tc>
                  <a:txBody>
                    <a:bodyPr/>
                    <a:lstStyle/>
                    <a:p>
                      <a:pPr lvl="0" algn="ctr">
                        <a:buNone/>
                      </a:pPr>
                      <a:endParaRPr lang="en-GB">
                        <a:solidFill>
                          <a:schemeClr val="accent1"/>
                        </a:solidFill>
                        <a:latin typeface="Calibri"/>
                      </a:endParaRPr>
                    </a:p>
                  </a:txBody>
                  <a:tcPr marT="91440" marB="91440" anchor="ctr">
                    <a:solidFill>
                      <a:srgbClr val="FF0000"/>
                    </a:solidFill>
                  </a:tcPr>
                </a:tc>
                <a:extLst>
                  <a:ext uri="{0D108BD9-81ED-4DB2-BD59-A6C34878D82A}">
                    <a16:rowId xmlns:a16="http://schemas.microsoft.com/office/drawing/2014/main" val="2353384801"/>
                  </a:ext>
                </a:extLst>
              </a:tr>
              <a:tr h="457200">
                <a:tc vMerge="1">
                  <a:txBody>
                    <a:bodyPr/>
                    <a:lstStyle/>
                    <a:p>
                      <a:endParaRPr lang="en-US"/>
                    </a:p>
                  </a:txBody>
                  <a:tcPr marT="91440" marB="91440" anchor="ctr"/>
                </a:tc>
                <a:tc>
                  <a:txBody>
                    <a:bodyPr/>
                    <a:lstStyle/>
                    <a:p>
                      <a:pPr algn="r"/>
                      <a:r>
                        <a:rPr lang="en-GB">
                          <a:solidFill>
                            <a:schemeClr val="accent1"/>
                          </a:solidFill>
                          <a:latin typeface="Calibri"/>
                        </a:rPr>
                        <a:t>3</a:t>
                      </a:r>
                    </a:p>
                  </a:txBody>
                  <a:tcPr marT="91440" marB="91440" anchor="ctr"/>
                </a:tc>
                <a:tc>
                  <a:txBody>
                    <a:bodyPr/>
                    <a:lstStyle/>
                    <a:p>
                      <a:pPr algn="ctr"/>
                      <a:endParaRPr lang="en-GB">
                        <a:solidFill>
                          <a:schemeClr val="accent1"/>
                        </a:solidFill>
                        <a:latin typeface="Calibri"/>
                      </a:endParaRPr>
                    </a:p>
                  </a:txBody>
                  <a:tcPr marT="91440" marB="91440" anchor="ctr">
                    <a:solidFill>
                      <a:srgbClr val="92D050"/>
                    </a:solidFill>
                  </a:tcPr>
                </a:tc>
                <a:tc>
                  <a:txBody>
                    <a:bodyPr/>
                    <a:lstStyle/>
                    <a:p>
                      <a:pPr algn="ctr"/>
                      <a:endParaRPr lang="en-GB">
                        <a:solidFill>
                          <a:schemeClr val="accent1"/>
                        </a:solidFill>
                        <a:latin typeface="Calibri"/>
                      </a:endParaRPr>
                    </a:p>
                  </a:txBody>
                  <a:tcPr marT="91440" marB="91440" anchor="ctr">
                    <a:solidFill>
                      <a:srgbClr val="FFFF00"/>
                    </a:solidFill>
                  </a:tcPr>
                </a:tc>
                <a:tc>
                  <a:txBody>
                    <a:bodyPr/>
                    <a:lstStyle/>
                    <a:p>
                      <a:pPr algn="ctr"/>
                      <a:endParaRPr lang="en-GB">
                        <a:solidFill>
                          <a:schemeClr val="accent1"/>
                        </a:solidFill>
                        <a:latin typeface="Calibri"/>
                      </a:endParaRPr>
                    </a:p>
                  </a:txBody>
                  <a:tcPr marT="91440" marB="91440" anchor="ctr">
                    <a:solidFill>
                      <a:srgbClr val="FFC000"/>
                    </a:solidFill>
                  </a:tcPr>
                </a:tc>
                <a:tc>
                  <a:txBody>
                    <a:bodyPr/>
                    <a:lstStyle/>
                    <a:p>
                      <a:pPr lvl="0" algn="ctr">
                        <a:buNone/>
                      </a:pPr>
                      <a:endParaRPr lang="en-GB">
                        <a:solidFill>
                          <a:schemeClr val="accent1"/>
                        </a:solidFill>
                        <a:latin typeface="Calibri"/>
                      </a:endParaRPr>
                    </a:p>
                  </a:txBody>
                  <a:tcPr marT="91440" marB="91440" anchor="ctr">
                    <a:solidFill>
                      <a:srgbClr val="FFC000"/>
                    </a:solidFill>
                  </a:tcPr>
                </a:tc>
                <a:tc>
                  <a:txBody>
                    <a:bodyPr/>
                    <a:lstStyle/>
                    <a:p>
                      <a:pPr lvl="0" algn="ctr">
                        <a:buNone/>
                      </a:pPr>
                      <a:endParaRPr lang="en-GB">
                        <a:solidFill>
                          <a:schemeClr val="accent1"/>
                        </a:solidFill>
                        <a:latin typeface="Calibri"/>
                      </a:endParaRPr>
                    </a:p>
                  </a:txBody>
                  <a:tcPr marT="91440" marB="91440" anchor="ctr">
                    <a:solidFill>
                      <a:srgbClr val="FF0000"/>
                    </a:solidFill>
                  </a:tcPr>
                </a:tc>
                <a:extLst>
                  <a:ext uri="{0D108BD9-81ED-4DB2-BD59-A6C34878D82A}">
                    <a16:rowId xmlns:a16="http://schemas.microsoft.com/office/drawing/2014/main" val="1156852965"/>
                  </a:ext>
                </a:extLst>
              </a:tr>
              <a:tr h="457200">
                <a:tc vMerge="1">
                  <a:txBody>
                    <a:bodyPr/>
                    <a:lstStyle/>
                    <a:p>
                      <a:endParaRPr lang="en-US"/>
                    </a:p>
                  </a:txBody>
                  <a:tcPr marT="91440" marB="91440" anchor="ctr"/>
                </a:tc>
                <a:tc>
                  <a:txBody>
                    <a:bodyPr/>
                    <a:lstStyle/>
                    <a:p>
                      <a:pPr algn="r"/>
                      <a:r>
                        <a:rPr lang="en-GB">
                          <a:solidFill>
                            <a:schemeClr val="accent1"/>
                          </a:solidFill>
                          <a:latin typeface="Calibri"/>
                        </a:rPr>
                        <a:t>2</a:t>
                      </a:r>
                    </a:p>
                  </a:txBody>
                  <a:tcPr marT="91440" marB="91440" anchor="ctr"/>
                </a:tc>
                <a:tc>
                  <a:txBody>
                    <a:bodyPr/>
                    <a:lstStyle/>
                    <a:p>
                      <a:pPr algn="ctr"/>
                      <a:endParaRPr lang="en-GB">
                        <a:solidFill>
                          <a:schemeClr val="accent1"/>
                        </a:solidFill>
                        <a:latin typeface="Calibri"/>
                      </a:endParaRPr>
                    </a:p>
                  </a:txBody>
                  <a:tcPr marT="91440" marB="91440" anchor="ctr">
                    <a:solidFill>
                      <a:srgbClr val="92D050"/>
                    </a:solidFill>
                  </a:tcPr>
                </a:tc>
                <a:tc>
                  <a:txBody>
                    <a:bodyPr/>
                    <a:lstStyle/>
                    <a:p>
                      <a:pPr algn="ctr"/>
                      <a:endParaRPr lang="en-GB">
                        <a:solidFill>
                          <a:schemeClr val="accent1"/>
                        </a:solidFill>
                        <a:latin typeface="Calibri"/>
                      </a:endParaRPr>
                    </a:p>
                  </a:txBody>
                  <a:tcPr marT="91440" marB="91440" anchor="ctr">
                    <a:solidFill>
                      <a:srgbClr val="FFFF00"/>
                    </a:solidFill>
                  </a:tcPr>
                </a:tc>
                <a:tc>
                  <a:txBody>
                    <a:bodyPr/>
                    <a:lstStyle/>
                    <a:p>
                      <a:pPr algn="ctr"/>
                      <a:endParaRPr lang="en-GB">
                        <a:solidFill>
                          <a:schemeClr val="accent1"/>
                        </a:solidFill>
                        <a:latin typeface="Calibri"/>
                      </a:endParaRPr>
                    </a:p>
                  </a:txBody>
                  <a:tcPr marT="91440" marB="91440" anchor="ctr">
                    <a:solidFill>
                      <a:srgbClr val="FFFF00"/>
                    </a:solidFill>
                  </a:tcPr>
                </a:tc>
                <a:tc>
                  <a:txBody>
                    <a:bodyPr/>
                    <a:lstStyle/>
                    <a:p>
                      <a:pPr lvl="0" algn="ctr">
                        <a:buNone/>
                      </a:pPr>
                      <a:endParaRPr lang="en-GB">
                        <a:solidFill>
                          <a:schemeClr val="accent1"/>
                        </a:solidFill>
                        <a:latin typeface="Calibri"/>
                      </a:endParaRPr>
                    </a:p>
                  </a:txBody>
                  <a:tcPr marT="91440" marB="91440" anchor="ctr">
                    <a:solidFill>
                      <a:srgbClr val="FFC000"/>
                    </a:solidFill>
                  </a:tcPr>
                </a:tc>
                <a:tc>
                  <a:txBody>
                    <a:bodyPr/>
                    <a:lstStyle/>
                    <a:p>
                      <a:pPr lvl="0" algn="ctr">
                        <a:buNone/>
                      </a:pPr>
                      <a:endParaRPr lang="en-GB">
                        <a:solidFill>
                          <a:schemeClr val="accent1"/>
                        </a:solidFill>
                        <a:latin typeface="Calibri"/>
                      </a:endParaRPr>
                    </a:p>
                  </a:txBody>
                  <a:tcPr marT="91440" marB="91440" anchor="ctr">
                    <a:solidFill>
                      <a:srgbClr val="FFC000"/>
                    </a:solidFill>
                  </a:tcPr>
                </a:tc>
                <a:extLst>
                  <a:ext uri="{0D108BD9-81ED-4DB2-BD59-A6C34878D82A}">
                    <a16:rowId xmlns:a16="http://schemas.microsoft.com/office/drawing/2014/main" val="1788437767"/>
                  </a:ext>
                </a:extLst>
              </a:tr>
              <a:tr h="457200">
                <a:tc vMerge="1">
                  <a:txBody>
                    <a:bodyPr/>
                    <a:lstStyle/>
                    <a:p>
                      <a:endParaRPr lang="en-US"/>
                    </a:p>
                  </a:txBody>
                  <a:tcPr marT="91440" marB="91440" anchor="ctr"/>
                </a:tc>
                <a:tc>
                  <a:txBody>
                    <a:bodyPr/>
                    <a:lstStyle/>
                    <a:p>
                      <a:pPr algn="r"/>
                      <a:r>
                        <a:rPr lang="en-GB">
                          <a:solidFill>
                            <a:schemeClr val="accent1"/>
                          </a:solidFill>
                          <a:latin typeface="Calibri"/>
                        </a:rPr>
                        <a:t>1</a:t>
                      </a:r>
                    </a:p>
                  </a:txBody>
                  <a:tcPr marT="91440" marB="91440" anchor="ctr"/>
                </a:tc>
                <a:tc>
                  <a:txBody>
                    <a:bodyPr/>
                    <a:lstStyle/>
                    <a:p>
                      <a:pPr algn="ctr"/>
                      <a:endParaRPr lang="en-GB">
                        <a:solidFill>
                          <a:schemeClr val="accent1"/>
                        </a:solidFill>
                        <a:latin typeface="Calibri"/>
                      </a:endParaRPr>
                    </a:p>
                  </a:txBody>
                  <a:tcPr marT="91440" marB="91440" anchor="ctr">
                    <a:solidFill>
                      <a:srgbClr val="92D050"/>
                    </a:solidFill>
                  </a:tcPr>
                </a:tc>
                <a:tc>
                  <a:txBody>
                    <a:bodyPr/>
                    <a:lstStyle/>
                    <a:p>
                      <a:pPr algn="ctr"/>
                      <a:endParaRPr lang="en-GB">
                        <a:solidFill>
                          <a:schemeClr val="accent1"/>
                        </a:solidFill>
                        <a:latin typeface="Calibri"/>
                      </a:endParaRPr>
                    </a:p>
                  </a:txBody>
                  <a:tcPr marT="91440" marB="91440" anchor="ctr">
                    <a:solidFill>
                      <a:srgbClr val="92D050"/>
                    </a:solidFill>
                  </a:tcPr>
                </a:tc>
                <a:tc>
                  <a:txBody>
                    <a:bodyPr/>
                    <a:lstStyle/>
                    <a:p>
                      <a:pPr algn="ctr"/>
                      <a:endParaRPr lang="en-GB">
                        <a:solidFill>
                          <a:schemeClr val="accent1"/>
                        </a:solidFill>
                        <a:latin typeface="Calibri"/>
                      </a:endParaRPr>
                    </a:p>
                  </a:txBody>
                  <a:tcPr marT="91440" marB="91440" anchor="ctr">
                    <a:solidFill>
                      <a:srgbClr val="FFFF00"/>
                    </a:solidFill>
                  </a:tcPr>
                </a:tc>
                <a:tc>
                  <a:txBody>
                    <a:bodyPr/>
                    <a:lstStyle/>
                    <a:p>
                      <a:pPr lvl="0" algn="ctr">
                        <a:buNone/>
                      </a:pPr>
                      <a:endParaRPr lang="en-GB">
                        <a:solidFill>
                          <a:schemeClr val="accent1"/>
                        </a:solidFill>
                        <a:latin typeface="Calibri"/>
                      </a:endParaRPr>
                    </a:p>
                  </a:txBody>
                  <a:tcPr marT="91440" marB="91440" anchor="ctr">
                    <a:solidFill>
                      <a:srgbClr val="FFFF00"/>
                    </a:solidFill>
                  </a:tcPr>
                </a:tc>
                <a:tc>
                  <a:txBody>
                    <a:bodyPr/>
                    <a:lstStyle/>
                    <a:p>
                      <a:pPr lvl="0" algn="ctr">
                        <a:buNone/>
                      </a:pPr>
                      <a:endParaRPr lang="en-GB">
                        <a:solidFill>
                          <a:schemeClr val="accent1"/>
                        </a:solidFill>
                        <a:latin typeface="Calibri"/>
                      </a:endParaRPr>
                    </a:p>
                  </a:txBody>
                  <a:tcPr marT="91440" marB="91440" anchor="ctr">
                    <a:solidFill>
                      <a:srgbClr val="FFC000"/>
                    </a:solidFill>
                  </a:tcPr>
                </a:tc>
                <a:extLst>
                  <a:ext uri="{0D108BD9-81ED-4DB2-BD59-A6C34878D82A}">
                    <a16:rowId xmlns:a16="http://schemas.microsoft.com/office/drawing/2014/main" val="2414783000"/>
                  </a:ext>
                </a:extLst>
              </a:tr>
              <a:tr h="457200">
                <a:tc vMerge="1">
                  <a:txBody>
                    <a:bodyPr/>
                    <a:lstStyle/>
                    <a:p>
                      <a:endParaRPr lang="en-US"/>
                    </a:p>
                  </a:txBody>
                  <a:tcPr marT="91440" marB="91440" anchor="ctr"/>
                </a:tc>
                <a:tc>
                  <a:txBody>
                    <a:bodyPr/>
                    <a:lstStyle/>
                    <a:p>
                      <a:pPr lvl="0" algn="ctr">
                        <a:buNone/>
                      </a:pPr>
                      <a:endParaRPr lang="en-GB">
                        <a:solidFill>
                          <a:schemeClr val="accent1"/>
                        </a:solidFill>
                        <a:latin typeface="Calibri"/>
                      </a:endParaRPr>
                    </a:p>
                  </a:txBody>
                  <a:tcPr marT="91440" marB="91440" anchor="ctr"/>
                </a:tc>
                <a:tc>
                  <a:txBody>
                    <a:bodyPr/>
                    <a:lstStyle/>
                    <a:p>
                      <a:pPr lvl="0" algn="ctr">
                        <a:buNone/>
                      </a:pPr>
                      <a:r>
                        <a:rPr lang="en-GB">
                          <a:solidFill>
                            <a:schemeClr val="accent1"/>
                          </a:solidFill>
                          <a:latin typeface="Calibri"/>
                        </a:rPr>
                        <a:t>1</a:t>
                      </a:r>
                    </a:p>
                  </a:txBody>
                  <a:tcPr marT="91440" marB="91440"/>
                </a:tc>
                <a:tc>
                  <a:txBody>
                    <a:bodyPr/>
                    <a:lstStyle/>
                    <a:p>
                      <a:pPr lvl="0" algn="ctr">
                        <a:buNone/>
                      </a:pPr>
                      <a:r>
                        <a:rPr lang="en-GB">
                          <a:solidFill>
                            <a:schemeClr val="accent1"/>
                          </a:solidFill>
                          <a:latin typeface="Calibri"/>
                        </a:rPr>
                        <a:t>2</a:t>
                      </a:r>
                    </a:p>
                  </a:txBody>
                  <a:tcPr marT="91440" marB="91440"/>
                </a:tc>
                <a:tc>
                  <a:txBody>
                    <a:bodyPr/>
                    <a:lstStyle/>
                    <a:p>
                      <a:pPr lvl="0" algn="ctr">
                        <a:buNone/>
                      </a:pPr>
                      <a:r>
                        <a:rPr lang="en-GB">
                          <a:solidFill>
                            <a:schemeClr val="accent1"/>
                          </a:solidFill>
                          <a:latin typeface="Calibri"/>
                        </a:rPr>
                        <a:t>3</a:t>
                      </a:r>
                    </a:p>
                  </a:txBody>
                  <a:tcPr marT="91440" marB="91440">
                    <a:solidFill>
                      <a:schemeClr val="bg1"/>
                    </a:solidFill>
                  </a:tcPr>
                </a:tc>
                <a:tc>
                  <a:txBody>
                    <a:bodyPr/>
                    <a:lstStyle/>
                    <a:p>
                      <a:pPr lvl="0" algn="ctr">
                        <a:buNone/>
                      </a:pPr>
                      <a:r>
                        <a:rPr lang="en-GB">
                          <a:solidFill>
                            <a:schemeClr val="accent1"/>
                          </a:solidFill>
                          <a:latin typeface="Calibri"/>
                        </a:rPr>
                        <a:t>4</a:t>
                      </a:r>
                    </a:p>
                  </a:txBody>
                  <a:tcPr marT="91440" marB="91440">
                    <a:solidFill>
                      <a:schemeClr val="bg1"/>
                    </a:solidFill>
                  </a:tcPr>
                </a:tc>
                <a:tc>
                  <a:txBody>
                    <a:bodyPr/>
                    <a:lstStyle/>
                    <a:p>
                      <a:pPr lvl="0" algn="ctr">
                        <a:buNone/>
                      </a:pPr>
                      <a:r>
                        <a:rPr lang="en-GB">
                          <a:solidFill>
                            <a:schemeClr val="accent1"/>
                          </a:solidFill>
                          <a:latin typeface="Calibri"/>
                        </a:rPr>
                        <a:t>5</a:t>
                      </a:r>
                    </a:p>
                  </a:txBody>
                  <a:tcPr marT="91440" marB="91440">
                    <a:solidFill>
                      <a:schemeClr val="bg1"/>
                    </a:solidFill>
                  </a:tcPr>
                </a:tc>
                <a:extLst>
                  <a:ext uri="{0D108BD9-81ED-4DB2-BD59-A6C34878D82A}">
                    <a16:rowId xmlns:a16="http://schemas.microsoft.com/office/drawing/2014/main" val="4185598894"/>
                  </a:ext>
                </a:extLst>
              </a:tr>
              <a:tr h="457200">
                <a:tc>
                  <a:txBody>
                    <a:bodyPr/>
                    <a:lstStyle/>
                    <a:p>
                      <a:pPr lvl="0" algn="ctr">
                        <a:buNone/>
                      </a:pPr>
                      <a:endParaRPr lang="en-GB">
                        <a:solidFill>
                          <a:schemeClr val="accent1"/>
                        </a:solidFill>
                        <a:latin typeface="Calibri"/>
                      </a:endParaRPr>
                    </a:p>
                  </a:txBody>
                  <a:tcPr marT="91440" marB="91440" anchor="ctr"/>
                </a:tc>
                <a:tc gridSpan="6">
                  <a:txBody>
                    <a:bodyPr/>
                    <a:lstStyle/>
                    <a:p>
                      <a:pPr lvl="0" algn="ctr">
                        <a:buNone/>
                      </a:pPr>
                      <a:r>
                        <a:rPr lang="en-GB">
                          <a:solidFill>
                            <a:schemeClr val="accent1"/>
                          </a:solidFill>
                          <a:latin typeface="Calibri"/>
                        </a:rPr>
                        <a:t>Impact</a:t>
                      </a:r>
                    </a:p>
                  </a:txBody>
                  <a:tcPr marT="91440" marB="91440"/>
                </a:tc>
                <a:tc hMerge="1">
                  <a:txBody>
                    <a:bodyPr/>
                    <a:lstStyle/>
                    <a:p>
                      <a:endParaRPr lang="en-US"/>
                    </a:p>
                  </a:txBody>
                  <a:tcPr marT="91440" marB="91440"/>
                </a:tc>
                <a:tc hMerge="1">
                  <a:txBody>
                    <a:bodyPr/>
                    <a:lstStyle/>
                    <a:p>
                      <a:endParaRPr lang="en-US"/>
                    </a:p>
                  </a:txBody>
                  <a:tcPr marT="91440" marB="91440"/>
                </a:tc>
                <a:tc hMerge="1">
                  <a:txBody>
                    <a:bodyPr/>
                    <a:lstStyle/>
                    <a:p>
                      <a:endParaRPr lang="en-US"/>
                    </a:p>
                  </a:txBody>
                  <a:tcPr marT="91440" marB="91440">
                    <a:solidFill>
                      <a:srgbClr val="ED7D31"/>
                    </a:solidFill>
                  </a:tcPr>
                </a:tc>
                <a:tc hMerge="1">
                  <a:txBody>
                    <a:bodyPr/>
                    <a:lstStyle/>
                    <a:p>
                      <a:endParaRPr lang="en-US"/>
                    </a:p>
                  </a:txBody>
                  <a:tcPr marT="91440" marB="91440">
                    <a:solidFill>
                      <a:srgbClr val="ED7D31"/>
                    </a:solidFill>
                  </a:tcPr>
                </a:tc>
                <a:tc hMerge="1">
                  <a:txBody>
                    <a:bodyPr/>
                    <a:lstStyle/>
                    <a:p>
                      <a:endParaRPr lang="en-US"/>
                    </a:p>
                  </a:txBody>
                  <a:tcPr marT="91440" marB="91440">
                    <a:solidFill>
                      <a:srgbClr val="ED7D31"/>
                    </a:solidFill>
                  </a:tcPr>
                </a:tc>
                <a:extLst>
                  <a:ext uri="{0D108BD9-81ED-4DB2-BD59-A6C34878D82A}">
                    <a16:rowId xmlns:a16="http://schemas.microsoft.com/office/drawing/2014/main" val="3478734802"/>
                  </a:ext>
                </a:extLst>
              </a:tr>
            </a:tbl>
          </a:graphicData>
        </a:graphic>
      </p:graphicFrame>
      <p:sp>
        <p:nvSpPr>
          <p:cNvPr id="16" name="TextBox 15">
            <a:extLst>
              <a:ext uri="{FF2B5EF4-FFF2-40B4-BE49-F238E27FC236}">
                <a16:creationId xmlns:a16="http://schemas.microsoft.com/office/drawing/2014/main" id="{66476EC9-B047-5A32-5D76-B515F74DDF07}"/>
              </a:ext>
            </a:extLst>
          </p:cNvPr>
          <p:cNvSpPr txBox="1"/>
          <p:nvPr/>
        </p:nvSpPr>
        <p:spPr>
          <a:xfrm rot="5400000">
            <a:off x="-411010" y="2191516"/>
            <a:ext cx="2758858"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a:solidFill>
                  <a:schemeClr val="accent1"/>
                </a:solidFill>
                <a:latin typeface="Calibri"/>
              </a:rPr>
              <a:t>Probability</a:t>
            </a:r>
          </a:p>
        </p:txBody>
      </p:sp>
      <p:sp>
        <p:nvSpPr>
          <p:cNvPr id="18" name="Oval 17">
            <a:extLst>
              <a:ext uri="{FF2B5EF4-FFF2-40B4-BE49-F238E27FC236}">
                <a16:creationId xmlns:a16="http://schemas.microsoft.com/office/drawing/2014/main" id="{E12D6C8D-19D7-4BD1-2D89-314500BC6509}"/>
              </a:ext>
            </a:extLst>
          </p:cNvPr>
          <p:cNvSpPr/>
          <p:nvPr/>
        </p:nvSpPr>
        <p:spPr>
          <a:xfrm>
            <a:off x="3583835" y="2476023"/>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8410" y="27382"/>
                  <a:pt x="40680" y="-1606"/>
                  <a:pt x="97367" y="0"/>
                </a:cubicBezTo>
                <a:cubicBezTo>
                  <a:pt x="143826" y="9689"/>
                  <a:pt x="190824" y="42687"/>
                  <a:pt x="194734" y="90312"/>
                </a:cubicBezTo>
                <a:cubicBezTo>
                  <a:pt x="190963" y="138341"/>
                  <a:pt x="153104" y="174465"/>
                  <a:pt x="97367" y="180624"/>
                </a:cubicBezTo>
                <a:cubicBezTo>
                  <a:pt x="40073" y="177161"/>
                  <a:pt x="5383" y="136941"/>
                  <a:pt x="0" y="90312"/>
                </a:cubicBezTo>
                <a:close/>
              </a:path>
              <a:path w="194734" h="180624" stroke="0" extrusionOk="0">
                <a:moveTo>
                  <a:pt x="0" y="90312"/>
                </a:moveTo>
                <a:cubicBezTo>
                  <a:pt x="-2100" y="46297"/>
                  <a:pt x="44281" y="10977"/>
                  <a:pt x="97367" y="0"/>
                </a:cubicBezTo>
                <a:cubicBezTo>
                  <a:pt x="161858" y="-1636"/>
                  <a:pt x="201035" y="39466"/>
                  <a:pt x="194734" y="90312"/>
                </a:cubicBezTo>
                <a:cubicBezTo>
                  <a:pt x="189706" y="147662"/>
                  <a:pt x="159174" y="168482"/>
                  <a:pt x="97367" y="180624"/>
                </a:cubicBezTo>
                <a:cubicBezTo>
                  <a:pt x="30460" y="184111"/>
                  <a:pt x="-164" y="137994"/>
                  <a:pt x="0" y="90312"/>
                </a:cubicBezTo>
                <a:close/>
              </a:path>
            </a:pathLst>
          </a:custGeom>
          <a:solidFill>
            <a:schemeClr val="accent1"/>
          </a:solidFill>
          <a:ln>
            <a:solidFill>
              <a:schemeClr val="accent1"/>
            </a:solidFill>
            <a:extLst>
              <a:ext uri="{C807C97D-BFC1-408E-A445-0C87EB9F89A2}">
                <ask:lineSketchStyleProps xmlns:ask="http://schemas.microsoft.com/office/drawing/2018/sketchyshapes" sd="283741067">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19" name="Oval 18">
            <a:extLst>
              <a:ext uri="{FF2B5EF4-FFF2-40B4-BE49-F238E27FC236}">
                <a16:creationId xmlns:a16="http://schemas.microsoft.com/office/drawing/2014/main" id="{6B4DC26E-5B6F-2A31-018A-1229F3EE4119}"/>
              </a:ext>
            </a:extLst>
          </p:cNvPr>
          <p:cNvSpPr/>
          <p:nvPr/>
        </p:nvSpPr>
        <p:spPr>
          <a:xfrm>
            <a:off x="2198142" y="2961406"/>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8410" y="27382"/>
                  <a:pt x="40680" y="-1606"/>
                  <a:pt x="97367" y="0"/>
                </a:cubicBezTo>
                <a:cubicBezTo>
                  <a:pt x="143826" y="9689"/>
                  <a:pt x="190824" y="42687"/>
                  <a:pt x="194734" y="90312"/>
                </a:cubicBezTo>
                <a:cubicBezTo>
                  <a:pt x="190963" y="138341"/>
                  <a:pt x="153104" y="174465"/>
                  <a:pt x="97367" y="180624"/>
                </a:cubicBezTo>
                <a:cubicBezTo>
                  <a:pt x="40073" y="177161"/>
                  <a:pt x="5383" y="136941"/>
                  <a:pt x="0" y="90312"/>
                </a:cubicBezTo>
                <a:close/>
              </a:path>
              <a:path w="194734" h="180624" stroke="0" extrusionOk="0">
                <a:moveTo>
                  <a:pt x="0" y="90312"/>
                </a:moveTo>
                <a:cubicBezTo>
                  <a:pt x="-2100" y="46297"/>
                  <a:pt x="44281" y="10977"/>
                  <a:pt x="97367" y="0"/>
                </a:cubicBezTo>
                <a:cubicBezTo>
                  <a:pt x="161858" y="-1636"/>
                  <a:pt x="201035" y="39466"/>
                  <a:pt x="194734" y="90312"/>
                </a:cubicBezTo>
                <a:cubicBezTo>
                  <a:pt x="189706" y="147662"/>
                  <a:pt x="159174" y="168482"/>
                  <a:pt x="97367" y="180624"/>
                </a:cubicBezTo>
                <a:cubicBezTo>
                  <a:pt x="30460" y="184111"/>
                  <a:pt x="-164" y="137994"/>
                  <a:pt x="0" y="90312"/>
                </a:cubicBezTo>
                <a:close/>
              </a:path>
            </a:pathLst>
          </a:custGeom>
          <a:solidFill>
            <a:schemeClr val="accent1"/>
          </a:solidFill>
          <a:ln>
            <a:solidFill>
              <a:schemeClr val="accent1"/>
            </a:solidFill>
            <a:extLst>
              <a:ext uri="{C807C97D-BFC1-408E-A445-0C87EB9F89A2}">
                <ask:lineSketchStyleProps xmlns:ask="http://schemas.microsoft.com/office/drawing/2018/sketchyshapes" sd="283741067">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20" name="Oval 19">
            <a:extLst>
              <a:ext uri="{FF2B5EF4-FFF2-40B4-BE49-F238E27FC236}">
                <a16:creationId xmlns:a16="http://schemas.microsoft.com/office/drawing/2014/main" id="{FF74DE0A-CED8-FC87-4481-91F96D4E5619}"/>
              </a:ext>
            </a:extLst>
          </p:cNvPr>
          <p:cNvSpPr/>
          <p:nvPr/>
        </p:nvSpPr>
        <p:spPr>
          <a:xfrm>
            <a:off x="3082793" y="2021954"/>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8410" y="27382"/>
                  <a:pt x="40680" y="-1606"/>
                  <a:pt x="97367" y="0"/>
                </a:cubicBezTo>
                <a:cubicBezTo>
                  <a:pt x="143826" y="9689"/>
                  <a:pt x="190824" y="42687"/>
                  <a:pt x="194734" y="90312"/>
                </a:cubicBezTo>
                <a:cubicBezTo>
                  <a:pt x="190963" y="138341"/>
                  <a:pt x="153104" y="174465"/>
                  <a:pt x="97367" y="180624"/>
                </a:cubicBezTo>
                <a:cubicBezTo>
                  <a:pt x="40073" y="177161"/>
                  <a:pt x="5383" y="136941"/>
                  <a:pt x="0" y="90312"/>
                </a:cubicBezTo>
                <a:close/>
              </a:path>
              <a:path w="194734" h="180624" stroke="0" extrusionOk="0">
                <a:moveTo>
                  <a:pt x="0" y="90312"/>
                </a:moveTo>
                <a:cubicBezTo>
                  <a:pt x="-2100" y="46297"/>
                  <a:pt x="44281" y="10977"/>
                  <a:pt x="97367" y="0"/>
                </a:cubicBezTo>
                <a:cubicBezTo>
                  <a:pt x="161858" y="-1636"/>
                  <a:pt x="201035" y="39466"/>
                  <a:pt x="194734" y="90312"/>
                </a:cubicBezTo>
                <a:cubicBezTo>
                  <a:pt x="189706" y="147662"/>
                  <a:pt x="159174" y="168482"/>
                  <a:pt x="97367" y="180624"/>
                </a:cubicBezTo>
                <a:cubicBezTo>
                  <a:pt x="30460" y="184111"/>
                  <a:pt x="-164" y="137994"/>
                  <a:pt x="0" y="90312"/>
                </a:cubicBezTo>
                <a:close/>
              </a:path>
            </a:pathLst>
          </a:custGeom>
          <a:solidFill>
            <a:srgbClr val="7030A0"/>
          </a:solidFill>
          <a:ln>
            <a:solidFill>
              <a:srgbClr val="7030A0"/>
            </a:solidFill>
            <a:extLst>
              <a:ext uri="{C807C97D-BFC1-408E-A445-0C87EB9F89A2}">
                <ask:lineSketchStyleProps xmlns:ask="http://schemas.microsoft.com/office/drawing/2018/sketchyshapes" sd="283741067">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21" name="Oval 20">
            <a:extLst>
              <a:ext uri="{FF2B5EF4-FFF2-40B4-BE49-F238E27FC236}">
                <a16:creationId xmlns:a16="http://schemas.microsoft.com/office/drawing/2014/main" id="{FF5321D8-14F9-CE9D-6724-9D94ABEBD7AB}"/>
              </a:ext>
            </a:extLst>
          </p:cNvPr>
          <p:cNvSpPr/>
          <p:nvPr/>
        </p:nvSpPr>
        <p:spPr>
          <a:xfrm>
            <a:off x="2190313" y="2491681"/>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8410" y="27382"/>
                  <a:pt x="40680" y="-1606"/>
                  <a:pt x="97367" y="0"/>
                </a:cubicBezTo>
                <a:cubicBezTo>
                  <a:pt x="143826" y="9689"/>
                  <a:pt x="190824" y="42687"/>
                  <a:pt x="194734" y="90312"/>
                </a:cubicBezTo>
                <a:cubicBezTo>
                  <a:pt x="190963" y="138341"/>
                  <a:pt x="153104" y="174465"/>
                  <a:pt x="97367" y="180624"/>
                </a:cubicBezTo>
                <a:cubicBezTo>
                  <a:pt x="40073" y="177161"/>
                  <a:pt x="5383" y="136941"/>
                  <a:pt x="0" y="90312"/>
                </a:cubicBezTo>
                <a:close/>
              </a:path>
              <a:path w="194734" h="180624" stroke="0" extrusionOk="0">
                <a:moveTo>
                  <a:pt x="0" y="90312"/>
                </a:moveTo>
                <a:cubicBezTo>
                  <a:pt x="-2100" y="46297"/>
                  <a:pt x="44281" y="10977"/>
                  <a:pt x="97367" y="0"/>
                </a:cubicBezTo>
                <a:cubicBezTo>
                  <a:pt x="161858" y="-1636"/>
                  <a:pt x="201035" y="39466"/>
                  <a:pt x="194734" y="90312"/>
                </a:cubicBezTo>
                <a:cubicBezTo>
                  <a:pt x="189706" y="147662"/>
                  <a:pt x="159174" y="168482"/>
                  <a:pt x="97367" y="180624"/>
                </a:cubicBezTo>
                <a:cubicBezTo>
                  <a:pt x="30460" y="184111"/>
                  <a:pt x="-164" y="137994"/>
                  <a:pt x="0" y="90312"/>
                </a:cubicBezTo>
                <a:close/>
              </a:path>
            </a:pathLst>
          </a:custGeom>
          <a:solidFill>
            <a:srgbClr val="7030A0"/>
          </a:solidFill>
          <a:ln>
            <a:solidFill>
              <a:srgbClr val="7030A0"/>
            </a:solidFill>
            <a:extLst>
              <a:ext uri="{C807C97D-BFC1-408E-A445-0C87EB9F89A2}">
                <ask:lineSketchStyleProps xmlns:ask="http://schemas.microsoft.com/office/drawing/2018/sketchyshapes" sd="283741067">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cxnSp>
        <p:nvCxnSpPr>
          <p:cNvPr id="22" name="Straight Arrow Connector 21">
            <a:extLst>
              <a:ext uri="{FF2B5EF4-FFF2-40B4-BE49-F238E27FC236}">
                <a16:creationId xmlns:a16="http://schemas.microsoft.com/office/drawing/2014/main" id="{88223DAB-4460-522C-39F6-6D8BA702F981}"/>
              </a:ext>
            </a:extLst>
          </p:cNvPr>
          <p:cNvCxnSpPr/>
          <p:nvPr/>
        </p:nvCxnSpPr>
        <p:spPr>
          <a:xfrm flipH="1">
            <a:off x="2411260" y="2560004"/>
            <a:ext cx="1252601" cy="45407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51DF168-6B54-5F99-B533-A1CE64C299D1}"/>
              </a:ext>
            </a:extLst>
          </p:cNvPr>
          <p:cNvCxnSpPr/>
          <p:nvPr/>
        </p:nvCxnSpPr>
        <p:spPr>
          <a:xfrm flipH="1">
            <a:off x="2424125" y="2054715"/>
            <a:ext cx="822019" cy="485382"/>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4752B7A-DC7E-5279-71BB-DE81312E4F84}"/>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Tree>
    <p:extLst>
      <p:ext uri="{BB962C8B-B14F-4D97-AF65-F5344CB8AC3E}">
        <p14:creationId xmlns:p14="http://schemas.microsoft.com/office/powerpoint/2010/main" val="28851081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65">
          <a:extLst>
            <a:ext uri="{FF2B5EF4-FFF2-40B4-BE49-F238E27FC236}">
              <a16:creationId xmlns:a16="http://schemas.microsoft.com/office/drawing/2014/main" id="{E8AB7EEC-0DBD-0CB7-D762-8C9D7F09FA0F}"/>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46425C6B-697B-8046-4D8C-A63F7CD8484D}"/>
              </a:ext>
            </a:extLst>
          </p:cNvPr>
          <p:cNvGrpSpPr/>
          <p:nvPr/>
        </p:nvGrpSpPr>
        <p:grpSpPr>
          <a:xfrm>
            <a:off x="1262" y="-142"/>
            <a:ext cx="9146016" cy="5141405"/>
            <a:chOff x="1263" y="-142"/>
            <a:chExt cx="10058400" cy="914401"/>
          </a:xfrm>
        </p:grpSpPr>
        <p:sp>
          <p:nvSpPr>
            <p:cNvPr id="3" name="Rectangle 2">
              <a:extLst>
                <a:ext uri="{FF2B5EF4-FFF2-40B4-BE49-F238E27FC236}">
                  <a16:creationId xmlns:a16="http://schemas.microsoft.com/office/drawing/2014/main" id="{AF3E6278-2003-629F-1598-D0BE5A8F7D61}"/>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7428A2C5-0FFC-9303-F916-149F4C797387}"/>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AB7C338F-FB68-FAFB-341A-8CECF9A62D5E}"/>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502E2B2D-2C32-E23B-8138-CE5422F88B07}"/>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E751D617-3793-C09D-D703-7D9263BCB8EF}"/>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7B2A0A60-07E3-F977-ADF0-E74AD51601A6}"/>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Rectangle 10">
            <a:extLst>
              <a:ext uri="{FF2B5EF4-FFF2-40B4-BE49-F238E27FC236}">
                <a16:creationId xmlns:a16="http://schemas.microsoft.com/office/drawing/2014/main" id="{866C8BDB-65F9-8A98-BB72-901AF46996A9}"/>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5C69FEA2-8147-18AD-F185-097F5AC3B004}"/>
              </a:ext>
            </a:extLst>
          </p:cNvPr>
          <p:cNvSpPr/>
          <p:nvPr/>
        </p:nvSpPr>
        <p:spPr>
          <a:xfrm>
            <a:off x="454139" y="341831"/>
            <a:ext cx="8237349" cy="4062493"/>
          </a:xfrm>
          <a:prstGeom prst="rect">
            <a:avLst/>
          </a:prstGeom>
          <a:solidFill>
            <a:schemeClr val="bg1"/>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66" name="Google Shape;66;p15">
            <a:extLst>
              <a:ext uri="{FF2B5EF4-FFF2-40B4-BE49-F238E27FC236}">
                <a16:creationId xmlns:a16="http://schemas.microsoft.com/office/drawing/2014/main" id="{525CAF12-3681-B34F-AA84-AFD031AE840B}"/>
              </a:ext>
            </a:extLst>
          </p:cNvPr>
          <p:cNvSpPr txBox="1">
            <a:spLocks noGrp="1"/>
          </p:cNvSpPr>
          <p:nvPr>
            <p:ph type="title"/>
          </p:nvPr>
        </p:nvSpPr>
        <p:spPr>
          <a:xfrm>
            <a:off x="456384" y="407247"/>
            <a:ext cx="8520600" cy="572700"/>
          </a:xfrm>
          <a:prstGeom prst="rect">
            <a:avLst/>
          </a:prstGeom>
        </p:spPr>
        <p:txBody>
          <a:bodyPr spcFirstLastPara="1" wrap="square" lIns="91425" tIns="91425" rIns="91425" bIns="91425" anchor="t" anchorCtr="0">
            <a:normAutofit fontScale="90000"/>
          </a:bodyPr>
          <a:lstStyle/>
          <a:p>
            <a:r>
              <a:rPr lang="en" b="1">
                <a:solidFill>
                  <a:srgbClr val="4285F4"/>
                </a:solidFill>
                <a:latin typeface="Fairwater Script"/>
              </a:rPr>
              <a:t>Risks - Legal</a:t>
            </a:r>
            <a:endParaRPr b="1">
              <a:solidFill>
                <a:srgbClr val="4285F4"/>
              </a:solidFill>
              <a:latin typeface="Fairwater Script"/>
            </a:endParaRPr>
          </a:p>
        </p:txBody>
      </p:sp>
      <p:sp>
        <p:nvSpPr>
          <p:cNvPr id="67" name="Google Shape;67;p15">
            <a:extLst>
              <a:ext uri="{FF2B5EF4-FFF2-40B4-BE49-F238E27FC236}">
                <a16:creationId xmlns:a16="http://schemas.microsoft.com/office/drawing/2014/main" id="{85CC705F-E2AC-BB8B-A535-48AEEC0E640D}"/>
              </a:ext>
            </a:extLst>
          </p:cNvPr>
          <p:cNvSpPr txBox="1">
            <a:spLocks noGrp="1"/>
          </p:cNvSpPr>
          <p:nvPr>
            <p:ph type="body" idx="1"/>
          </p:nvPr>
        </p:nvSpPr>
        <p:spPr>
          <a:xfrm>
            <a:off x="3979329" y="913747"/>
            <a:ext cx="4708288" cy="3496569"/>
          </a:xfrm>
          <a:prstGeom prst="rect">
            <a:avLst/>
          </a:prstGeom>
        </p:spPr>
        <p:txBody>
          <a:bodyPr spcFirstLastPara="1" wrap="square" lIns="91425" tIns="91425" rIns="91425" bIns="91425" anchor="t" anchorCtr="0">
            <a:normAutofit fontScale="92500" lnSpcReduction="20000"/>
          </a:bodyPr>
          <a:lstStyle/>
          <a:p>
            <a:pPr marL="285750" indent="-285750">
              <a:lnSpc>
                <a:spcPct val="100000"/>
              </a:lnSpc>
            </a:pPr>
            <a:r>
              <a:rPr lang="en-US" sz="1900" b="1">
                <a:solidFill>
                  <a:schemeClr val="accent1"/>
                </a:solidFill>
                <a:latin typeface="Calibri"/>
                <a:ea typeface="Calibri"/>
                <a:cs typeface="Calibri"/>
              </a:rPr>
              <a:t>Risk: Plagiarism</a:t>
            </a:r>
            <a:endParaRPr lang="en-US">
              <a:solidFill>
                <a:schemeClr val="accent1"/>
              </a:solidFill>
            </a:endParaRPr>
          </a:p>
          <a:p>
            <a:pPr lvl="1">
              <a:lnSpc>
                <a:spcPct val="100000"/>
              </a:lnSpc>
            </a:pPr>
            <a:r>
              <a:rPr lang="en-US" sz="1500">
                <a:solidFill>
                  <a:schemeClr val="accent1"/>
                </a:solidFill>
                <a:latin typeface="Calibri"/>
                <a:ea typeface="Calibri"/>
                <a:cs typeface="Calibri"/>
              </a:rPr>
              <a:t>Probability: 2; Impact: 4</a:t>
            </a:r>
            <a:endParaRPr lang="en-US" sz="1500">
              <a:solidFill>
                <a:schemeClr val="accent1"/>
              </a:solidFill>
            </a:endParaRPr>
          </a:p>
          <a:p>
            <a:pPr lvl="1">
              <a:lnSpc>
                <a:spcPct val="100000"/>
              </a:lnSpc>
            </a:pPr>
            <a:r>
              <a:rPr lang="en-US" sz="1500">
                <a:solidFill>
                  <a:schemeClr val="accent1"/>
                </a:solidFill>
                <a:latin typeface="Calibri"/>
                <a:ea typeface="Calibri"/>
                <a:cs typeface="Calibri"/>
              </a:rPr>
              <a:t>Mitigation: Provide disclaimers and guidance on ethical AI use as well as encourage citation of AI assistance. </a:t>
            </a:r>
            <a:r>
              <a:rPr lang="en-US" sz="1500" err="1">
                <a:solidFill>
                  <a:schemeClr val="accent1"/>
                </a:solidFill>
                <a:latin typeface="Calibri"/>
                <a:ea typeface="Calibri"/>
                <a:cs typeface="Calibri"/>
              </a:rPr>
              <a:t>EduSense</a:t>
            </a:r>
            <a:r>
              <a:rPr lang="en-US" sz="1500">
                <a:solidFill>
                  <a:schemeClr val="accent1"/>
                </a:solidFill>
                <a:latin typeface="Calibri"/>
                <a:ea typeface="Calibri"/>
                <a:cs typeface="Calibri"/>
              </a:rPr>
              <a:t> will provide MLA / APA citations of source material in this case.</a:t>
            </a:r>
          </a:p>
          <a:p>
            <a:pPr lvl="1">
              <a:lnSpc>
                <a:spcPct val="100000"/>
              </a:lnSpc>
            </a:pPr>
            <a:r>
              <a:rPr lang="en-US" sz="1500">
                <a:solidFill>
                  <a:schemeClr val="accent1"/>
                </a:solidFill>
                <a:latin typeface="Calibri"/>
                <a:ea typeface="Calibri"/>
                <a:cs typeface="Calibri"/>
              </a:rPr>
              <a:t>Expected reduction: Probability: 2; Impact: 1</a:t>
            </a:r>
          </a:p>
          <a:p>
            <a:pPr marL="285750" indent="-285750">
              <a:lnSpc>
                <a:spcPct val="100000"/>
              </a:lnSpc>
            </a:pPr>
            <a:endParaRPr lang="en-US" sz="1900">
              <a:solidFill>
                <a:srgbClr val="4285F4"/>
              </a:solidFill>
              <a:latin typeface="Calibri"/>
              <a:ea typeface="Calibri"/>
              <a:cs typeface="Calibri"/>
            </a:endParaRPr>
          </a:p>
          <a:p>
            <a:pPr marL="285750" indent="-285750">
              <a:lnSpc>
                <a:spcPct val="100000"/>
              </a:lnSpc>
            </a:pPr>
            <a:r>
              <a:rPr lang="en-US" sz="1900" b="1">
                <a:solidFill>
                  <a:srgbClr val="7030A0"/>
                </a:solidFill>
                <a:latin typeface="Calibri"/>
                <a:ea typeface="Calibri"/>
                <a:cs typeface="Calibri"/>
              </a:rPr>
              <a:t>Risk: Copyright Infringement (e.g. user uploads textbook excerpts)</a:t>
            </a:r>
            <a:endParaRPr lang="en-US" sz="1900">
              <a:solidFill>
                <a:srgbClr val="7030A0"/>
              </a:solidFill>
              <a:latin typeface="Calibri"/>
              <a:ea typeface="Calibri"/>
              <a:cs typeface="Calibri"/>
            </a:endParaRPr>
          </a:p>
          <a:p>
            <a:pPr lvl="1">
              <a:lnSpc>
                <a:spcPct val="100000"/>
              </a:lnSpc>
            </a:pPr>
            <a:r>
              <a:rPr lang="en-US" sz="1500">
                <a:solidFill>
                  <a:srgbClr val="7030A0"/>
                </a:solidFill>
                <a:latin typeface="Calibri"/>
                <a:ea typeface="Calibri"/>
                <a:cs typeface="Calibri"/>
              </a:rPr>
              <a:t>Probability: 2; Impact: 4</a:t>
            </a:r>
          </a:p>
          <a:p>
            <a:pPr lvl="1">
              <a:lnSpc>
                <a:spcPct val="100000"/>
              </a:lnSpc>
            </a:pPr>
            <a:r>
              <a:rPr lang="en-US" sz="1500">
                <a:solidFill>
                  <a:srgbClr val="7030A0"/>
                </a:solidFill>
                <a:latin typeface="Calibri"/>
                <a:ea typeface="Calibri"/>
                <a:cs typeface="Calibri"/>
              </a:rPr>
              <a:t>Mitigation: Add a user content policy that prohibits copyright violations. In addition, utilize the filters already present in the LLM to detect certain keywords and block certain prompts. Then relay the LLM warnings to the user.</a:t>
            </a:r>
            <a:endParaRPr lang="en-US" sz="1500">
              <a:solidFill>
                <a:srgbClr val="7030A0"/>
              </a:solidFill>
              <a:latin typeface="Calibri"/>
              <a:ea typeface="Calibri"/>
            </a:endParaRPr>
          </a:p>
          <a:p>
            <a:pPr lvl="1">
              <a:lnSpc>
                <a:spcPct val="100000"/>
              </a:lnSpc>
            </a:pPr>
            <a:r>
              <a:rPr lang="en-US" sz="1500">
                <a:solidFill>
                  <a:srgbClr val="7030A0"/>
                </a:solidFill>
                <a:latin typeface="Calibri"/>
                <a:ea typeface="Calibri"/>
                <a:cs typeface="Calibri"/>
              </a:rPr>
              <a:t>Expected reduction: Probability: 2; Impact: 2</a:t>
            </a:r>
            <a:endParaRPr lang="en-US" sz="1500">
              <a:solidFill>
                <a:srgbClr val="7030A0"/>
              </a:solidFill>
            </a:endParaRPr>
          </a:p>
        </p:txBody>
      </p:sp>
      <p:sp>
        <p:nvSpPr>
          <p:cNvPr id="2" name="Slide Number Placeholder 1">
            <a:extLst>
              <a:ext uri="{FF2B5EF4-FFF2-40B4-BE49-F238E27FC236}">
                <a16:creationId xmlns:a16="http://schemas.microsoft.com/office/drawing/2014/main" id="{9AB597A1-7D4F-2BAC-30F0-7A7AD7A5DA38}"/>
              </a:ext>
            </a:extLst>
          </p:cNvPr>
          <p:cNvSpPr>
            <a:spLocks noGrp="1"/>
          </p:cNvSpPr>
          <p:nvPr>
            <p:ph type="sldNum" idx="12"/>
          </p:nvPr>
        </p:nvSpPr>
        <p:spPr>
          <a:xfrm>
            <a:off x="8595439" y="4750027"/>
            <a:ext cx="548700" cy="393600"/>
          </a:xfrm>
        </p:spPr>
        <p:txBody>
          <a:bodyPr/>
          <a:lstStyle/>
          <a:p>
            <a:fld id="{00000000-1234-1234-1234-123412341234}" type="slidenum">
              <a:rPr lang="en"/>
              <a:t>23</a:t>
            </a:fld>
            <a:endParaRPr lang="en-GB"/>
          </a:p>
        </p:txBody>
      </p:sp>
      <p:sp>
        <p:nvSpPr>
          <p:cNvPr id="12" name="Rectangle 11">
            <a:extLst>
              <a:ext uri="{FF2B5EF4-FFF2-40B4-BE49-F238E27FC236}">
                <a16:creationId xmlns:a16="http://schemas.microsoft.com/office/drawing/2014/main" id="{610F6CEF-C2D5-E2CA-34E2-7989FE2F3E40}"/>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graphicFrame>
        <p:nvGraphicFramePr>
          <p:cNvPr id="10" name="Table 9">
            <a:extLst>
              <a:ext uri="{FF2B5EF4-FFF2-40B4-BE49-F238E27FC236}">
                <a16:creationId xmlns:a16="http://schemas.microsoft.com/office/drawing/2014/main" id="{9783052D-1AE0-06C9-D52D-61C195457937}"/>
              </a:ext>
            </a:extLst>
          </p:cNvPr>
          <p:cNvGraphicFramePr>
            <a:graphicFrameLocks noGrp="1"/>
          </p:cNvGraphicFramePr>
          <p:nvPr/>
        </p:nvGraphicFramePr>
        <p:xfrm>
          <a:off x="696447" y="980725"/>
          <a:ext cx="3200400" cy="3200400"/>
        </p:xfrm>
        <a:graphic>
          <a:graphicData uri="http://schemas.openxmlformats.org/drawingml/2006/table">
            <a:tbl>
              <a:tblPr>
                <a:tableStyleId>{BC89EF96-8CEA-46FF-86C4-4CE0E7609802}</a:tableStyleId>
              </a:tblPr>
              <a:tblGrid>
                <a:gridCol w="457200">
                  <a:extLst>
                    <a:ext uri="{9D8B030D-6E8A-4147-A177-3AD203B41FA5}">
                      <a16:colId xmlns:a16="http://schemas.microsoft.com/office/drawing/2014/main" val="3037145696"/>
                    </a:ext>
                  </a:extLst>
                </a:gridCol>
                <a:gridCol w="457200">
                  <a:extLst>
                    <a:ext uri="{9D8B030D-6E8A-4147-A177-3AD203B41FA5}">
                      <a16:colId xmlns:a16="http://schemas.microsoft.com/office/drawing/2014/main" val="89151350"/>
                    </a:ext>
                  </a:extLst>
                </a:gridCol>
                <a:gridCol w="457200">
                  <a:extLst>
                    <a:ext uri="{9D8B030D-6E8A-4147-A177-3AD203B41FA5}">
                      <a16:colId xmlns:a16="http://schemas.microsoft.com/office/drawing/2014/main" val="4042017803"/>
                    </a:ext>
                  </a:extLst>
                </a:gridCol>
                <a:gridCol w="457200">
                  <a:extLst>
                    <a:ext uri="{9D8B030D-6E8A-4147-A177-3AD203B41FA5}">
                      <a16:colId xmlns:a16="http://schemas.microsoft.com/office/drawing/2014/main" val="2142139477"/>
                    </a:ext>
                  </a:extLst>
                </a:gridCol>
                <a:gridCol w="457200">
                  <a:extLst>
                    <a:ext uri="{9D8B030D-6E8A-4147-A177-3AD203B41FA5}">
                      <a16:colId xmlns:a16="http://schemas.microsoft.com/office/drawing/2014/main" val="1588049007"/>
                    </a:ext>
                  </a:extLst>
                </a:gridCol>
                <a:gridCol w="457200">
                  <a:extLst>
                    <a:ext uri="{9D8B030D-6E8A-4147-A177-3AD203B41FA5}">
                      <a16:colId xmlns:a16="http://schemas.microsoft.com/office/drawing/2014/main" val="2866319481"/>
                    </a:ext>
                  </a:extLst>
                </a:gridCol>
                <a:gridCol w="457200">
                  <a:extLst>
                    <a:ext uri="{9D8B030D-6E8A-4147-A177-3AD203B41FA5}">
                      <a16:colId xmlns:a16="http://schemas.microsoft.com/office/drawing/2014/main" val="2125499233"/>
                    </a:ext>
                  </a:extLst>
                </a:gridCol>
              </a:tblGrid>
              <a:tr h="457200">
                <a:tc rowSpan="6">
                  <a:txBody>
                    <a:bodyPr/>
                    <a:lstStyle/>
                    <a:p>
                      <a:pPr lvl="0" algn="r">
                        <a:buNone/>
                      </a:pPr>
                      <a:endParaRPr lang="en-GB">
                        <a:solidFill>
                          <a:schemeClr val="accent1"/>
                        </a:solidFill>
                        <a:latin typeface="Calibri"/>
                      </a:endParaRPr>
                    </a:p>
                  </a:txBody>
                  <a:tcPr marT="91440" marB="91440" anchor="ctr"/>
                </a:tc>
                <a:tc>
                  <a:txBody>
                    <a:bodyPr/>
                    <a:lstStyle/>
                    <a:p>
                      <a:pPr algn="r"/>
                      <a:r>
                        <a:rPr lang="en-GB">
                          <a:solidFill>
                            <a:schemeClr val="accent1"/>
                          </a:solidFill>
                          <a:latin typeface="Calibri"/>
                        </a:rPr>
                        <a:t>5</a:t>
                      </a:r>
                    </a:p>
                  </a:txBody>
                  <a:tcPr marT="91440" marB="91440" anchor="ctr"/>
                </a:tc>
                <a:tc>
                  <a:txBody>
                    <a:bodyPr/>
                    <a:lstStyle/>
                    <a:p>
                      <a:pPr algn="ctr"/>
                      <a:endParaRPr lang="en-GB">
                        <a:solidFill>
                          <a:schemeClr val="accent1"/>
                        </a:solidFill>
                        <a:latin typeface="Calibri"/>
                      </a:endParaRPr>
                    </a:p>
                  </a:txBody>
                  <a:tcPr marT="91440" marB="91440" anchor="b">
                    <a:solidFill>
                      <a:srgbClr val="FFC000"/>
                    </a:solidFill>
                  </a:tcPr>
                </a:tc>
                <a:tc>
                  <a:txBody>
                    <a:bodyPr/>
                    <a:lstStyle/>
                    <a:p>
                      <a:pPr algn="ctr"/>
                      <a:endParaRPr lang="en-GB">
                        <a:solidFill>
                          <a:schemeClr val="accent1"/>
                        </a:solidFill>
                        <a:latin typeface="Calibri"/>
                      </a:endParaRPr>
                    </a:p>
                  </a:txBody>
                  <a:tcPr marT="91440" marB="91440" anchor="b">
                    <a:solidFill>
                      <a:srgbClr val="FF0000"/>
                    </a:solidFill>
                  </a:tcPr>
                </a:tc>
                <a:tc>
                  <a:txBody>
                    <a:bodyPr/>
                    <a:lstStyle/>
                    <a:p>
                      <a:pPr algn="ctr"/>
                      <a:endParaRPr lang="en-GB">
                        <a:solidFill>
                          <a:schemeClr val="accent1"/>
                        </a:solidFill>
                        <a:latin typeface="Calibri"/>
                      </a:endParaRPr>
                    </a:p>
                  </a:txBody>
                  <a:tcPr marT="91440" marB="91440" anchor="b">
                    <a:solidFill>
                      <a:srgbClr val="FF0000"/>
                    </a:solidFill>
                  </a:tcPr>
                </a:tc>
                <a:tc>
                  <a:txBody>
                    <a:bodyPr/>
                    <a:lstStyle/>
                    <a:p>
                      <a:pPr lvl="0" algn="ctr">
                        <a:buNone/>
                      </a:pPr>
                      <a:endParaRPr lang="en-GB">
                        <a:solidFill>
                          <a:schemeClr val="accent1"/>
                        </a:solidFill>
                        <a:latin typeface="Calibri"/>
                      </a:endParaRPr>
                    </a:p>
                  </a:txBody>
                  <a:tcPr marT="91440" marB="91440" anchor="b">
                    <a:solidFill>
                      <a:srgbClr val="FF0000"/>
                    </a:solidFill>
                  </a:tcPr>
                </a:tc>
                <a:tc>
                  <a:txBody>
                    <a:bodyPr/>
                    <a:lstStyle/>
                    <a:p>
                      <a:pPr lvl="0" algn="ctr">
                        <a:buNone/>
                      </a:pPr>
                      <a:endParaRPr lang="en-GB">
                        <a:solidFill>
                          <a:schemeClr val="accent1"/>
                        </a:solidFill>
                        <a:latin typeface="Calibri"/>
                      </a:endParaRPr>
                    </a:p>
                  </a:txBody>
                  <a:tcPr marT="91440" marB="91440" anchor="b">
                    <a:solidFill>
                      <a:srgbClr val="FF0000"/>
                    </a:solidFill>
                  </a:tcPr>
                </a:tc>
                <a:extLst>
                  <a:ext uri="{0D108BD9-81ED-4DB2-BD59-A6C34878D82A}">
                    <a16:rowId xmlns:a16="http://schemas.microsoft.com/office/drawing/2014/main" val="4009174087"/>
                  </a:ext>
                </a:extLst>
              </a:tr>
              <a:tr h="457200">
                <a:tc vMerge="1">
                  <a:txBody>
                    <a:bodyPr/>
                    <a:lstStyle/>
                    <a:p>
                      <a:endParaRPr lang="en-US"/>
                    </a:p>
                  </a:txBody>
                  <a:tcPr marT="91440" marB="91440" anchor="ctr"/>
                </a:tc>
                <a:tc>
                  <a:txBody>
                    <a:bodyPr/>
                    <a:lstStyle/>
                    <a:p>
                      <a:pPr algn="r"/>
                      <a:r>
                        <a:rPr lang="en-GB">
                          <a:solidFill>
                            <a:schemeClr val="accent1"/>
                          </a:solidFill>
                          <a:latin typeface="Calibri"/>
                        </a:rPr>
                        <a:t>4</a:t>
                      </a:r>
                    </a:p>
                  </a:txBody>
                  <a:tcPr marT="91440" marB="91440" anchor="ctr"/>
                </a:tc>
                <a:tc>
                  <a:txBody>
                    <a:bodyPr/>
                    <a:lstStyle/>
                    <a:p>
                      <a:pPr algn="ctr"/>
                      <a:endParaRPr lang="en-GB">
                        <a:solidFill>
                          <a:schemeClr val="accent1"/>
                        </a:solidFill>
                        <a:latin typeface="Calibri"/>
                      </a:endParaRPr>
                    </a:p>
                  </a:txBody>
                  <a:tcPr marT="91440" marB="91440" anchor="ctr">
                    <a:solidFill>
                      <a:srgbClr val="FFFF00"/>
                    </a:solidFill>
                  </a:tcPr>
                </a:tc>
                <a:tc>
                  <a:txBody>
                    <a:bodyPr/>
                    <a:lstStyle/>
                    <a:p>
                      <a:pPr algn="ctr"/>
                      <a:endParaRPr lang="en-GB">
                        <a:solidFill>
                          <a:schemeClr val="accent1"/>
                        </a:solidFill>
                        <a:latin typeface="Calibri"/>
                      </a:endParaRPr>
                    </a:p>
                  </a:txBody>
                  <a:tcPr marT="91440" marB="91440" anchor="ctr">
                    <a:solidFill>
                      <a:srgbClr val="FFC000"/>
                    </a:solidFill>
                  </a:tcPr>
                </a:tc>
                <a:tc>
                  <a:txBody>
                    <a:bodyPr/>
                    <a:lstStyle/>
                    <a:p>
                      <a:pPr algn="ctr"/>
                      <a:endParaRPr lang="en-GB">
                        <a:solidFill>
                          <a:schemeClr val="accent1"/>
                        </a:solidFill>
                        <a:latin typeface="Calibri"/>
                      </a:endParaRPr>
                    </a:p>
                  </a:txBody>
                  <a:tcPr marT="91440" marB="91440" anchor="ctr">
                    <a:solidFill>
                      <a:srgbClr val="FFC000"/>
                    </a:solidFill>
                  </a:tcPr>
                </a:tc>
                <a:tc>
                  <a:txBody>
                    <a:bodyPr/>
                    <a:lstStyle/>
                    <a:p>
                      <a:pPr lvl="0" algn="ctr">
                        <a:buNone/>
                      </a:pPr>
                      <a:endParaRPr lang="en-GB">
                        <a:solidFill>
                          <a:schemeClr val="accent1"/>
                        </a:solidFill>
                        <a:latin typeface="Calibri"/>
                      </a:endParaRPr>
                    </a:p>
                  </a:txBody>
                  <a:tcPr marT="91440" marB="91440" anchor="ctr">
                    <a:solidFill>
                      <a:srgbClr val="FF0000"/>
                    </a:solidFill>
                  </a:tcPr>
                </a:tc>
                <a:tc>
                  <a:txBody>
                    <a:bodyPr/>
                    <a:lstStyle/>
                    <a:p>
                      <a:pPr lvl="0" algn="ctr">
                        <a:buNone/>
                      </a:pPr>
                      <a:endParaRPr lang="en-GB">
                        <a:solidFill>
                          <a:schemeClr val="accent1"/>
                        </a:solidFill>
                        <a:latin typeface="Calibri"/>
                      </a:endParaRPr>
                    </a:p>
                  </a:txBody>
                  <a:tcPr marT="91440" marB="91440" anchor="ctr">
                    <a:solidFill>
                      <a:srgbClr val="FF0000"/>
                    </a:solidFill>
                  </a:tcPr>
                </a:tc>
                <a:extLst>
                  <a:ext uri="{0D108BD9-81ED-4DB2-BD59-A6C34878D82A}">
                    <a16:rowId xmlns:a16="http://schemas.microsoft.com/office/drawing/2014/main" val="2353384801"/>
                  </a:ext>
                </a:extLst>
              </a:tr>
              <a:tr h="457200">
                <a:tc vMerge="1">
                  <a:txBody>
                    <a:bodyPr/>
                    <a:lstStyle/>
                    <a:p>
                      <a:endParaRPr lang="en-US"/>
                    </a:p>
                  </a:txBody>
                  <a:tcPr marT="91440" marB="91440" anchor="ctr"/>
                </a:tc>
                <a:tc>
                  <a:txBody>
                    <a:bodyPr/>
                    <a:lstStyle/>
                    <a:p>
                      <a:pPr algn="r"/>
                      <a:r>
                        <a:rPr lang="en-GB">
                          <a:solidFill>
                            <a:schemeClr val="accent1"/>
                          </a:solidFill>
                          <a:latin typeface="Calibri"/>
                        </a:rPr>
                        <a:t>3</a:t>
                      </a:r>
                    </a:p>
                  </a:txBody>
                  <a:tcPr marT="91440" marB="91440" anchor="ctr"/>
                </a:tc>
                <a:tc>
                  <a:txBody>
                    <a:bodyPr/>
                    <a:lstStyle/>
                    <a:p>
                      <a:pPr algn="ctr"/>
                      <a:endParaRPr lang="en-GB">
                        <a:solidFill>
                          <a:schemeClr val="accent1"/>
                        </a:solidFill>
                        <a:latin typeface="Calibri"/>
                      </a:endParaRPr>
                    </a:p>
                  </a:txBody>
                  <a:tcPr marT="91440" marB="91440" anchor="ctr">
                    <a:solidFill>
                      <a:srgbClr val="92D050"/>
                    </a:solidFill>
                  </a:tcPr>
                </a:tc>
                <a:tc>
                  <a:txBody>
                    <a:bodyPr/>
                    <a:lstStyle/>
                    <a:p>
                      <a:pPr algn="ctr"/>
                      <a:endParaRPr lang="en-GB">
                        <a:solidFill>
                          <a:schemeClr val="accent1"/>
                        </a:solidFill>
                        <a:latin typeface="Calibri"/>
                      </a:endParaRPr>
                    </a:p>
                  </a:txBody>
                  <a:tcPr marT="91440" marB="91440" anchor="ctr">
                    <a:solidFill>
                      <a:srgbClr val="FFFF00"/>
                    </a:solidFill>
                  </a:tcPr>
                </a:tc>
                <a:tc>
                  <a:txBody>
                    <a:bodyPr/>
                    <a:lstStyle/>
                    <a:p>
                      <a:pPr algn="ctr"/>
                      <a:endParaRPr lang="en-GB">
                        <a:solidFill>
                          <a:schemeClr val="accent1"/>
                        </a:solidFill>
                        <a:latin typeface="Calibri"/>
                      </a:endParaRPr>
                    </a:p>
                  </a:txBody>
                  <a:tcPr marT="91440" marB="91440" anchor="ctr">
                    <a:solidFill>
                      <a:srgbClr val="FFC000"/>
                    </a:solidFill>
                  </a:tcPr>
                </a:tc>
                <a:tc>
                  <a:txBody>
                    <a:bodyPr/>
                    <a:lstStyle/>
                    <a:p>
                      <a:pPr lvl="0" algn="ctr">
                        <a:buNone/>
                      </a:pPr>
                      <a:endParaRPr lang="en-GB">
                        <a:solidFill>
                          <a:schemeClr val="accent1"/>
                        </a:solidFill>
                        <a:latin typeface="Calibri"/>
                      </a:endParaRPr>
                    </a:p>
                  </a:txBody>
                  <a:tcPr marT="91440" marB="91440" anchor="ctr">
                    <a:solidFill>
                      <a:srgbClr val="FFC000"/>
                    </a:solidFill>
                  </a:tcPr>
                </a:tc>
                <a:tc>
                  <a:txBody>
                    <a:bodyPr/>
                    <a:lstStyle/>
                    <a:p>
                      <a:pPr lvl="0" algn="ctr">
                        <a:buNone/>
                      </a:pPr>
                      <a:endParaRPr lang="en-GB">
                        <a:solidFill>
                          <a:schemeClr val="accent1"/>
                        </a:solidFill>
                        <a:latin typeface="Calibri"/>
                      </a:endParaRPr>
                    </a:p>
                  </a:txBody>
                  <a:tcPr marT="91440" marB="91440" anchor="ctr">
                    <a:solidFill>
                      <a:srgbClr val="FF0000"/>
                    </a:solidFill>
                  </a:tcPr>
                </a:tc>
                <a:extLst>
                  <a:ext uri="{0D108BD9-81ED-4DB2-BD59-A6C34878D82A}">
                    <a16:rowId xmlns:a16="http://schemas.microsoft.com/office/drawing/2014/main" val="1156852965"/>
                  </a:ext>
                </a:extLst>
              </a:tr>
              <a:tr h="457200">
                <a:tc vMerge="1">
                  <a:txBody>
                    <a:bodyPr/>
                    <a:lstStyle/>
                    <a:p>
                      <a:endParaRPr lang="en-US"/>
                    </a:p>
                  </a:txBody>
                  <a:tcPr marT="91440" marB="91440" anchor="ctr"/>
                </a:tc>
                <a:tc>
                  <a:txBody>
                    <a:bodyPr/>
                    <a:lstStyle/>
                    <a:p>
                      <a:pPr algn="r"/>
                      <a:r>
                        <a:rPr lang="en-GB">
                          <a:solidFill>
                            <a:schemeClr val="accent1"/>
                          </a:solidFill>
                          <a:latin typeface="Calibri"/>
                        </a:rPr>
                        <a:t>2</a:t>
                      </a:r>
                    </a:p>
                  </a:txBody>
                  <a:tcPr marT="91440" marB="91440" anchor="ctr"/>
                </a:tc>
                <a:tc>
                  <a:txBody>
                    <a:bodyPr/>
                    <a:lstStyle/>
                    <a:p>
                      <a:pPr algn="ctr"/>
                      <a:endParaRPr lang="en-GB">
                        <a:solidFill>
                          <a:schemeClr val="accent1"/>
                        </a:solidFill>
                        <a:latin typeface="Calibri"/>
                      </a:endParaRPr>
                    </a:p>
                  </a:txBody>
                  <a:tcPr marT="91440" marB="91440" anchor="ctr">
                    <a:solidFill>
                      <a:srgbClr val="92D050"/>
                    </a:solidFill>
                  </a:tcPr>
                </a:tc>
                <a:tc>
                  <a:txBody>
                    <a:bodyPr/>
                    <a:lstStyle/>
                    <a:p>
                      <a:pPr algn="ctr"/>
                      <a:endParaRPr lang="en-GB">
                        <a:solidFill>
                          <a:schemeClr val="accent1"/>
                        </a:solidFill>
                        <a:latin typeface="Calibri"/>
                      </a:endParaRPr>
                    </a:p>
                  </a:txBody>
                  <a:tcPr marT="91440" marB="91440" anchor="ctr">
                    <a:solidFill>
                      <a:srgbClr val="FFFF00"/>
                    </a:solidFill>
                  </a:tcPr>
                </a:tc>
                <a:tc>
                  <a:txBody>
                    <a:bodyPr/>
                    <a:lstStyle/>
                    <a:p>
                      <a:pPr algn="ctr"/>
                      <a:endParaRPr lang="en-GB">
                        <a:solidFill>
                          <a:schemeClr val="accent1"/>
                        </a:solidFill>
                        <a:latin typeface="Calibri"/>
                      </a:endParaRPr>
                    </a:p>
                  </a:txBody>
                  <a:tcPr marT="91440" marB="91440" anchor="ctr">
                    <a:solidFill>
                      <a:srgbClr val="FFFF00"/>
                    </a:solidFill>
                  </a:tcPr>
                </a:tc>
                <a:tc>
                  <a:txBody>
                    <a:bodyPr/>
                    <a:lstStyle/>
                    <a:p>
                      <a:pPr lvl="0" algn="ctr">
                        <a:buNone/>
                      </a:pPr>
                      <a:endParaRPr lang="en-GB">
                        <a:solidFill>
                          <a:schemeClr val="accent1"/>
                        </a:solidFill>
                        <a:latin typeface="Calibri"/>
                      </a:endParaRPr>
                    </a:p>
                  </a:txBody>
                  <a:tcPr marT="91440" marB="91440" anchor="ctr">
                    <a:solidFill>
                      <a:srgbClr val="FFC000"/>
                    </a:solidFill>
                  </a:tcPr>
                </a:tc>
                <a:tc>
                  <a:txBody>
                    <a:bodyPr/>
                    <a:lstStyle/>
                    <a:p>
                      <a:pPr lvl="0" algn="ctr">
                        <a:buNone/>
                      </a:pPr>
                      <a:endParaRPr lang="en-GB">
                        <a:solidFill>
                          <a:schemeClr val="accent1"/>
                        </a:solidFill>
                        <a:latin typeface="Calibri"/>
                      </a:endParaRPr>
                    </a:p>
                  </a:txBody>
                  <a:tcPr marT="91440" marB="91440" anchor="ctr">
                    <a:solidFill>
                      <a:srgbClr val="FFC000"/>
                    </a:solidFill>
                  </a:tcPr>
                </a:tc>
                <a:extLst>
                  <a:ext uri="{0D108BD9-81ED-4DB2-BD59-A6C34878D82A}">
                    <a16:rowId xmlns:a16="http://schemas.microsoft.com/office/drawing/2014/main" val="1788437767"/>
                  </a:ext>
                </a:extLst>
              </a:tr>
              <a:tr h="457200">
                <a:tc vMerge="1">
                  <a:txBody>
                    <a:bodyPr/>
                    <a:lstStyle/>
                    <a:p>
                      <a:endParaRPr lang="en-US"/>
                    </a:p>
                  </a:txBody>
                  <a:tcPr marT="91440" marB="91440" anchor="ctr"/>
                </a:tc>
                <a:tc>
                  <a:txBody>
                    <a:bodyPr/>
                    <a:lstStyle/>
                    <a:p>
                      <a:pPr algn="r"/>
                      <a:r>
                        <a:rPr lang="en-GB">
                          <a:solidFill>
                            <a:schemeClr val="accent1"/>
                          </a:solidFill>
                          <a:latin typeface="Calibri"/>
                        </a:rPr>
                        <a:t>1</a:t>
                      </a:r>
                    </a:p>
                  </a:txBody>
                  <a:tcPr marT="91440" marB="91440" anchor="ctr"/>
                </a:tc>
                <a:tc>
                  <a:txBody>
                    <a:bodyPr/>
                    <a:lstStyle/>
                    <a:p>
                      <a:pPr algn="ctr"/>
                      <a:endParaRPr lang="en-GB">
                        <a:solidFill>
                          <a:schemeClr val="accent1"/>
                        </a:solidFill>
                        <a:latin typeface="Calibri"/>
                      </a:endParaRPr>
                    </a:p>
                  </a:txBody>
                  <a:tcPr marT="91440" marB="91440" anchor="ctr">
                    <a:solidFill>
                      <a:srgbClr val="92D050"/>
                    </a:solidFill>
                  </a:tcPr>
                </a:tc>
                <a:tc>
                  <a:txBody>
                    <a:bodyPr/>
                    <a:lstStyle/>
                    <a:p>
                      <a:pPr algn="ctr"/>
                      <a:endParaRPr lang="en-GB">
                        <a:solidFill>
                          <a:schemeClr val="accent1"/>
                        </a:solidFill>
                        <a:latin typeface="Calibri"/>
                      </a:endParaRPr>
                    </a:p>
                  </a:txBody>
                  <a:tcPr marT="91440" marB="91440" anchor="ctr">
                    <a:solidFill>
                      <a:srgbClr val="92D050"/>
                    </a:solidFill>
                  </a:tcPr>
                </a:tc>
                <a:tc>
                  <a:txBody>
                    <a:bodyPr/>
                    <a:lstStyle/>
                    <a:p>
                      <a:pPr algn="ctr"/>
                      <a:endParaRPr lang="en-GB">
                        <a:solidFill>
                          <a:schemeClr val="accent1"/>
                        </a:solidFill>
                        <a:latin typeface="Calibri"/>
                      </a:endParaRPr>
                    </a:p>
                  </a:txBody>
                  <a:tcPr marT="91440" marB="91440" anchor="ctr">
                    <a:solidFill>
                      <a:srgbClr val="FFFF00"/>
                    </a:solidFill>
                  </a:tcPr>
                </a:tc>
                <a:tc>
                  <a:txBody>
                    <a:bodyPr/>
                    <a:lstStyle/>
                    <a:p>
                      <a:pPr lvl="0" algn="ctr">
                        <a:buNone/>
                      </a:pPr>
                      <a:endParaRPr lang="en-GB">
                        <a:solidFill>
                          <a:schemeClr val="accent1"/>
                        </a:solidFill>
                        <a:latin typeface="Calibri"/>
                      </a:endParaRPr>
                    </a:p>
                  </a:txBody>
                  <a:tcPr marT="91440" marB="91440" anchor="ctr">
                    <a:solidFill>
                      <a:srgbClr val="FFFF00"/>
                    </a:solidFill>
                  </a:tcPr>
                </a:tc>
                <a:tc>
                  <a:txBody>
                    <a:bodyPr/>
                    <a:lstStyle/>
                    <a:p>
                      <a:pPr lvl="0" algn="ctr">
                        <a:buNone/>
                      </a:pPr>
                      <a:endParaRPr lang="en-GB">
                        <a:solidFill>
                          <a:schemeClr val="accent1"/>
                        </a:solidFill>
                        <a:latin typeface="Calibri"/>
                      </a:endParaRPr>
                    </a:p>
                  </a:txBody>
                  <a:tcPr marT="91440" marB="91440" anchor="ctr">
                    <a:solidFill>
                      <a:srgbClr val="FFC000"/>
                    </a:solidFill>
                  </a:tcPr>
                </a:tc>
                <a:extLst>
                  <a:ext uri="{0D108BD9-81ED-4DB2-BD59-A6C34878D82A}">
                    <a16:rowId xmlns:a16="http://schemas.microsoft.com/office/drawing/2014/main" val="2414783000"/>
                  </a:ext>
                </a:extLst>
              </a:tr>
              <a:tr h="457200">
                <a:tc vMerge="1">
                  <a:txBody>
                    <a:bodyPr/>
                    <a:lstStyle/>
                    <a:p>
                      <a:endParaRPr lang="en-US"/>
                    </a:p>
                  </a:txBody>
                  <a:tcPr marT="91440" marB="91440" anchor="ctr"/>
                </a:tc>
                <a:tc>
                  <a:txBody>
                    <a:bodyPr/>
                    <a:lstStyle/>
                    <a:p>
                      <a:pPr lvl="0" algn="ctr">
                        <a:buNone/>
                      </a:pPr>
                      <a:endParaRPr lang="en-GB">
                        <a:solidFill>
                          <a:schemeClr val="accent1"/>
                        </a:solidFill>
                        <a:latin typeface="Calibri"/>
                      </a:endParaRPr>
                    </a:p>
                  </a:txBody>
                  <a:tcPr marT="91440" marB="91440" anchor="ctr"/>
                </a:tc>
                <a:tc>
                  <a:txBody>
                    <a:bodyPr/>
                    <a:lstStyle/>
                    <a:p>
                      <a:pPr lvl="0" algn="ctr">
                        <a:buNone/>
                      </a:pPr>
                      <a:r>
                        <a:rPr lang="en-GB">
                          <a:solidFill>
                            <a:schemeClr val="accent1"/>
                          </a:solidFill>
                          <a:latin typeface="Calibri"/>
                        </a:rPr>
                        <a:t>1</a:t>
                      </a:r>
                    </a:p>
                  </a:txBody>
                  <a:tcPr marT="91440" marB="91440"/>
                </a:tc>
                <a:tc>
                  <a:txBody>
                    <a:bodyPr/>
                    <a:lstStyle/>
                    <a:p>
                      <a:pPr lvl="0" algn="ctr">
                        <a:buNone/>
                      </a:pPr>
                      <a:r>
                        <a:rPr lang="en-GB">
                          <a:solidFill>
                            <a:schemeClr val="accent1"/>
                          </a:solidFill>
                          <a:latin typeface="Calibri"/>
                        </a:rPr>
                        <a:t>2</a:t>
                      </a:r>
                    </a:p>
                  </a:txBody>
                  <a:tcPr marT="91440" marB="91440"/>
                </a:tc>
                <a:tc>
                  <a:txBody>
                    <a:bodyPr/>
                    <a:lstStyle/>
                    <a:p>
                      <a:pPr lvl="0" algn="ctr">
                        <a:buNone/>
                      </a:pPr>
                      <a:r>
                        <a:rPr lang="en-GB">
                          <a:solidFill>
                            <a:schemeClr val="accent1"/>
                          </a:solidFill>
                          <a:latin typeface="Calibri"/>
                        </a:rPr>
                        <a:t>3</a:t>
                      </a:r>
                    </a:p>
                  </a:txBody>
                  <a:tcPr marT="91440" marB="91440">
                    <a:solidFill>
                      <a:schemeClr val="bg1"/>
                    </a:solidFill>
                  </a:tcPr>
                </a:tc>
                <a:tc>
                  <a:txBody>
                    <a:bodyPr/>
                    <a:lstStyle/>
                    <a:p>
                      <a:pPr lvl="0" algn="ctr">
                        <a:buNone/>
                      </a:pPr>
                      <a:r>
                        <a:rPr lang="en-GB">
                          <a:solidFill>
                            <a:schemeClr val="accent1"/>
                          </a:solidFill>
                          <a:latin typeface="Calibri"/>
                        </a:rPr>
                        <a:t>4</a:t>
                      </a:r>
                    </a:p>
                  </a:txBody>
                  <a:tcPr marT="91440" marB="91440">
                    <a:solidFill>
                      <a:schemeClr val="bg1"/>
                    </a:solidFill>
                  </a:tcPr>
                </a:tc>
                <a:tc>
                  <a:txBody>
                    <a:bodyPr/>
                    <a:lstStyle/>
                    <a:p>
                      <a:pPr lvl="0" algn="ctr">
                        <a:buNone/>
                      </a:pPr>
                      <a:r>
                        <a:rPr lang="en-GB">
                          <a:solidFill>
                            <a:schemeClr val="accent1"/>
                          </a:solidFill>
                          <a:latin typeface="Calibri"/>
                        </a:rPr>
                        <a:t>5</a:t>
                      </a:r>
                    </a:p>
                  </a:txBody>
                  <a:tcPr marT="91440" marB="91440">
                    <a:solidFill>
                      <a:schemeClr val="bg1"/>
                    </a:solidFill>
                  </a:tcPr>
                </a:tc>
                <a:extLst>
                  <a:ext uri="{0D108BD9-81ED-4DB2-BD59-A6C34878D82A}">
                    <a16:rowId xmlns:a16="http://schemas.microsoft.com/office/drawing/2014/main" val="4185598894"/>
                  </a:ext>
                </a:extLst>
              </a:tr>
              <a:tr h="457200">
                <a:tc>
                  <a:txBody>
                    <a:bodyPr/>
                    <a:lstStyle/>
                    <a:p>
                      <a:pPr lvl="0" algn="ctr">
                        <a:buNone/>
                      </a:pPr>
                      <a:endParaRPr lang="en-GB">
                        <a:solidFill>
                          <a:schemeClr val="accent1"/>
                        </a:solidFill>
                        <a:latin typeface="Calibri"/>
                      </a:endParaRPr>
                    </a:p>
                  </a:txBody>
                  <a:tcPr marT="91440" marB="91440" anchor="ctr"/>
                </a:tc>
                <a:tc gridSpan="6">
                  <a:txBody>
                    <a:bodyPr/>
                    <a:lstStyle/>
                    <a:p>
                      <a:pPr lvl="0" algn="ctr">
                        <a:buNone/>
                      </a:pPr>
                      <a:r>
                        <a:rPr lang="en-GB">
                          <a:solidFill>
                            <a:schemeClr val="accent1"/>
                          </a:solidFill>
                          <a:latin typeface="Calibri"/>
                        </a:rPr>
                        <a:t>Impact</a:t>
                      </a:r>
                    </a:p>
                  </a:txBody>
                  <a:tcPr marT="91440" marB="91440"/>
                </a:tc>
                <a:tc hMerge="1">
                  <a:txBody>
                    <a:bodyPr/>
                    <a:lstStyle/>
                    <a:p>
                      <a:endParaRPr lang="en-US"/>
                    </a:p>
                  </a:txBody>
                  <a:tcPr marT="91440" marB="91440"/>
                </a:tc>
                <a:tc hMerge="1">
                  <a:txBody>
                    <a:bodyPr/>
                    <a:lstStyle/>
                    <a:p>
                      <a:endParaRPr lang="en-US"/>
                    </a:p>
                  </a:txBody>
                  <a:tcPr marT="91440" marB="91440"/>
                </a:tc>
                <a:tc hMerge="1">
                  <a:txBody>
                    <a:bodyPr/>
                    <a:lstStyle/>
                    <a:p>
                      <a:endParaRPr lang="en-US"/>
                    </a:p>
                  </a:txBody>
                  <a:tcPr marT="91440" marB="91440">
                    <a:solidFill>
                      <a:srgbClr val="ED7D31"/>
                    </a:solidFill>
                  </a:tcPr>
                </a:tc>
                <a:tc hMerge="1">
                  <a:txBody>
                    <a:bodyPr/>
                    <a:lstStyle/>
                    <a:p>
                      <a:endParaRPr lang="en-US"/>
                    </a:p>
                  </a:txBody>
                  <a:tcPr marT="91440" marB="91440">
                    <a:solidFill>
                      <a:srgbClr val="ED7D31"/>
                    </a:solidFill>
                  </a:tcPr>
                </a:tc>
                <a:tc hMerge="1">
                  <a:txBody>
                    <a:bodyPr/>
                    <a:lstStyle/>
                    <a:p>
                      <a:endParaRPr lang="en-US"/>
                    </a:p>
                  </a:txBody>
                  <a:tcPr marT="91440" marB="91440">
                    <a:solidFill>
                      <a:srgbClr val="ED7D31"/>
                    </a:solidFill>
                  </a:tcPr>
                </a:tc>
                <a:extLst>
                  <a:ext uri="{0D108BD9-81ED-4DB2-BD59-A6C34878D82A}">
                    <a16:rowId xmlns:a16="http://schemas.microsoft.com/office/drawing/2014/main" val="3478734802"/>
                  </a:ext>
                </a:extLst>
              </a:tr>
            </a:tbl>
          </a:graphicData>
        </a:graphic>
      </p:graphicFrame>
      <p:sp>
        <p:nvSpPr>
          <p:cNvPr id="16" name="TextBox 15">
            <a:extLst>
              <a:ext uri="{FF2B5EF4-FFF2-40B4-BE49-F238E27FC236}">
                <a16:creationId xmlns:a16="http://schemas.microsoft.com/office/drawing/2014/main" id="{7FD74C23-52A9-57A2-B811-7F35CF93404C}"/>
              </a:ext>
            </a:extLst>
          </p:cNvPr>
          <p:cNvSpPr txBox="1"/>
          <p:nvPr/>
        </p:nvSpPr>
        <p:spPr>
          <a:xfrm rot="5400000">
            <a:off x="-411010" y="2191516"/>
            <a:ext cx="2758858"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a:solidFill>
                  <a:schemeClr val="accent1"/>
                </a:solidFill>
                <a:latin typeface="Calibri"/>
              </a:rPr>
              <a:t>Probability</a:t>
            </a:r>
          </a:p>
        </p:txBody>
      </p:sp>
      <p:sp>
        <p:nvSpPr>
          <p:cNvPr id="18" name="Oval 17">
            <a:extLst>
              <a:ext uri="{FF2B5EF4-FFF2-40B4-BE49-F238E27FC236}">
                <a16:creationId xmlns:a16="http://schemas.microsoft.com/office/drawing/2014/main" id="{FE14D5FB-AC40-9347-9AFD-E43F5AE3FA08}"/>
              </a:ext>
            </a:extLst>
          </p:cNvPr>
          <p:cNvSpPr/>
          <p:nvPr/>
        </p:nvSpPr>
        <p:spPr>
          <a:xfrm>
            <a:off x="3050592" y="2581490"/>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8410" y="27382"/>
                  <a:pt x="40680" y="-1606"/>
                  <a:pt x="97367" y="0"/>
                </a:cubicBezTo>
                <a:cubicBezTo>
                  <a:pt x="143826" y="9689"/>
                  <a:pt x="190824" y="42687"/>
                  <a:pt x="194734" y="90312"/>
                </a:cubicBezTo>
                <a:cubicBezTo>
                  <a:pt x="190963" y="138341"/>
                  <a:pt x="153104" y="174465"/>
                  <a:pt x="97367" y="180624"/>
                </a:cubicBezTo>
                <a:cubicBezTo>
                  <a:pt x="40073" y="177161"/>
                  <a:pt x="5383" y="136941"/>
                  <a:pt x="0" y="90312"/>
                </a:cubicBezTo>
                <a:close/>
              </a:path>
              <a:path w="194734" h="180624" stroke="0" extrusionOk="0">
                <a:moveTo>
                  <a:pt x="0" y="90312"/>
                </a:moveTo>
                <a:cubicBezTo>
                  <a:pt x="-2100" y="46297"/>
                  <a:pt x="44281" y="10977"/>
                  <a:pt x="97367" y="0"/>
                </a:cubicBezTo>
                <a:cubicBezTo>
                  <a:pt x="161858" y="-1636"/>
                  <a:pt x="201035" y="39466"/>
                  <a:pt x="194734" y="90312"/>
                </a:cubicBezTo>
                <a:cubicBezTo>
                  <a:pt x="189706" y="147662"/>
                  <a:pt x="159174" y="168482"/>
                  <a:pt x="97367" y="180624"/>
                </a:cubicBezTo>
                <a:cubicBezTo>
                  <a:pt x="30460" y="184111"/>
                  <a:pt x="-164" y="137994"/>
                  <a:pt x="0" y="90312"/>
                </a:cubicBezTo>
                <a:close/>
              </a:path>
            </a:pathLst>
          </a:custGeom>
          <a:solidFill>
            <a:schemeClr val="accent1"/>
          </a:solidFill>
          <a:ln>
            <a:solidFill>
              <a:schemeClr val="accent1"/>
            </a:solidFill>
            <a:extLst>
              <a:ext uri="{C807C97D-BFC1-408E-A445-0C87EB9F89A2}">
                <ask:lineSketchStyleProps xmlns:ask="http://schemas.microsoft.com/office/drawing/2018/sketchyshapes" sd="283741067">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19" name="Oval 18">
            <a:extLst>
              <a:ext uri="{FF2B5EF4-FFF2-40B4-BE49-F238E27FC236}">
                <a16:creationId xmlns:a16="http://schemas.microsoft.com/office/drawing/2014/main" id="{2B99C9FD-55F9-15C3-D83C-E828309C01B4}"/>
              </a:ext>
            </a:extLst>
          </p:cNvPr>
          <p:cNvSpPr/>
          <p:nvPr/>
        </p:nvSpPr>
        <p:spPr>
          <a:xfrm>
            <a:off x="1709213" y="2496407"/>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8410" y="27382"/>
                  <a:pt x="40680" y="-1606"/>
                  <a:pt x="97367" y="0"/>
                </a:cubicBezTo>
                <a:cubicBezTo>
                  <a:pt x="143826" y="9689"/>
                  <a:pt x="190824" y="42687"/>
                  <a:pt x="194734" y="90312"/>
                </a:cubicBezTo>
                <a:cubicBezTo>
                  <a:pt x="190963" y="138341"/>
                  <a:pt x="153104" y="174465"/>
                  <a:pt x="97367" y="180624"/>
                </a:cubicBezTo>
                <a:cubicBezTo>
                  <a:pt x="40073" y="177161"/>
                  <a:pt x="5383" y="136941"/>
                  <a:pt x="0" y="90312"/>
                </a:cubicBezTo>
                <a:close/>
              </a:path>
              <a:path w="194734" h="180624" stroke="0" extrusionOk="0">
                <a:moveTo>
                  <a:pt x="0" y="90312"/>
                </a:moveTo>
                <a:cubicBezTo>
                  <a:pt x="-2100" y="46297"/>
                  <a:pt x="44281" y="10977"/>
                  <a:pt x="97367" y="0"/>
                </a:cubicBezTo>
                <a:cubicBezTo>
                  <a:pt x="161858" y="-1636"/>
                  <a:pt x="201035" y="39466"/>
                  <a:pt x="194734" y="90312"/>
                </a:cubicBezTo>
                <a:cubicBezTo>
                  <a:pt x="189706" y="147662"/>
                  <a:pt x="159174" y="168482"/>
                  <a:pt x="97367" y="180624"/>
                </a:cubicBezTo>
                <a:cubicBezTo>
                  <a:pt x="30460" y="184111"/>
                  <a:pt x="-164" y="137994"/>
                  <a:pt x="0" y="90312"/>
                </a:cubicBezTo>
                <a:close/>
              </a:path>
            </a:pathLst>
          </a:custGeom>
          <a:solidFill>
            <a:schemeClr val="accent1"/>
          </a:solidFill>
          <a:ln>
            <a:solidFill>
              <a:schemeClr val="accent1"/>
            </a:solidFill>
            <a:extLst>
              <a:ext uri="{C807C97D-BFC1-408E-A445-0C87EB9F89A2}">
                <ask:lineSketchStyleProps xmlns:ask="http://schemas.microsoft.com/office/drawing/2018/sketchyshapes" sd="283741067">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20" name="Oval 19">
            <a:extLst>
              <a:ext uri="{FF2B5EF4-FFF2-40B4-BE49-F238E27FC236}">
                <a16:creationId xmlns:a16="http://schemas.microsoft.com/office/drawing/2014/main" id="{E6862ADD-1BA5-3DFE-712E-CFC0CA75CEE5}"/>
              </a:ext>
            </a:extLst>
          </p:cNvPr>
          <p:cNvSpPr/>
          <p:nvPr/>
        </p:nvSpPr>
        <p:spPr>
          <a:xfrm>
            <a:off x="3201406" y="2388577"/>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8410" y="27382"/>
                  <a:pt x="40680" y="-1606"/>
                  <a:pt x="97367" y="0"/>
                </a:cubicBezTo>
                <a:cubicBezTo>
                  <a:pt x="143826" y="9689"/>
                  <a:pt x="190824" y="42687"/>
                  <a:pt x="194734" y="90312"/>
                </a:cubicBezTo>
                <a:cubicBezTo>
                  <a:pt x="190963" y="138341"/>
                  <a:pt x="153104" y="174465"/>
                  <a:pt x="97367" y="180624"/>
                </a:cubicBezTo>
                <a:cubicBezTo>
                  <a:pt x="40073" y="177161"/>
                  <a:pt x="5383" y="136941"/>
                  <a:pt x="0" y="90312"/>
                </a:cubicBezTo>
                <a:close/>
              </a:path>
              <a:path w="194734" h="180624" stroke="0" extrusionOk="0">
                <a:moveTo>
                  <a:pt x="0" y="90312"/>
                </a:moveTo>
                <a:cubicBezTo>
                  <a:pt x="-2100" y="46297"/>
                  <a:pt x="44281" y="10977"/>
                  <a:pt x="97367" y="0"/>
                </a:cubicBezTo>
                <a:cubicBezTo>
                  <a:pt x="161858" y="-1636"/>
                  <a:pt x="201035" y="39466"/>
                  <a:pt x="194734" y="90312"/>
                </a:cubicBezTo>
                <a:cubicBezTo>
                  <a:pt x="189706" y="147662"/>
                  <a:pt x="159174" y="168482"/>
                  <a:pt x="97367" y="180624"/>
                </a:cubicBezTo>
                <a:cubicBezTo>
                  <a:pt x="30460" y="184111"/>
                  <a:pt x="-164" y="137994"/>
                  <a:pt x="0" y="90312"/>
                </a:cubicBezTo>
                <a:close/>
              </a:path>
            </a:pathLst>
          </a:custGeom>
          <a:solidFill>
            <a:srgbClr val="7030A0"/>
          </a:solidFill>
          <a:ln>
            <a:solidFill>
              <a:srgbClr val="7030A0"/>
            </a:solidFill>
            <a:extLst>
              <a:ext uri="{C807C97D-BFC1-408E-A445-0C87EB9F89A2}">
                <ask:lineSketchStyleProps xmlns:ask="http://schemas.microsoft.com/office/drawing/2018/sketchyshapes" sd="283741067">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21" name="Oval 20">
            <a:extLst>
              <a:ext uri="{FF2B5EF4-FFF2-40B4-BE49-F238E27FC236}">
                <a16:creationId xmlns:a16="http://schemas.microsoft.com/office/drawing/2014/main" id="{BDC2F0C1-2B7F-FB1C-FC63-D8ECE75CCD7E}"/>
              </a:ext>
            </a:extLst>
          </p:cNvPr>
          <p:cNvSpPr/>
          <p:nvPr/>
        </p:nvSpPr>
        <p:spPr>
          <a:xfrm>
            <a:off x="2205232" y="2389759"/>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8410" y="27382"/>
                  <a:pt x="40680" y="-1606"/>
                  <a:pt x="97367" y="0"/>
                </a:cubicBezTo>
                <a:cubicBezTo>
                  <a:pt x="143826" y="9689"/>
                  <a:pt x="190824" y="42687"/>
                  <a:pt x="194734" y="90312"/>
                </a:cubicBezTo>
                <a:cubicBezTo>
                  <a:pt x="190963" y="138341"/>
                  <a:pt x="153104" y="174465"/>
                  <a:pt x="97367" y="180624"/>
                </a:cubicBezTo>
                <a:cubicBezTo>
                  <a:pt x="40073" y="177161"/>
                  <a:pt x="5383" y="136941"/>
                  <a:pt x="0" y="90312"/>
                </a:cubicBezTo>
                <a:close/>
              </a:path>
              <a:path w="194734" h="180624" stroke="0" extrusionOk="0">
                <a:moveTo>
                  <a:pt x="0" y="90312"/>
                </a:moveTo>
                <a:cubicBezTo>
                  <a:pt x="-2100" y="46297"/>
                  <a:pt x="44281" y="10977"/>
                  <a:pt x="97367" y="0"/>
                </a:cubicBezTo>
                <a:cubicBezTo>
                  <a:pt x="161858" y="-1636"/>
                  <a:pt x="201035" y="39466"/>
                  <a:pt x="194734" y="90312"/>
                </a:cubicBezTo>
                <a:cubicBezTo>
                  <a:pt x="189706" y="147662"/>
                  <a:pt x="159174" y="168482"/>
                  <a:pt x="97367" y="180624"/>
                </a:cubicBezTo>
                <a:cubicBezTo>
                  <a:pt x="30460" y="184111"/>
                  <a:pt x="-164" y="137994"/>
                  <a:pt x="0" y="90312"/>
                </a:cubicBezTo>
                <a:close/>
              </a:path>
            </a:pathLst>
          </a:custGeom>
          <a:solidFill>
            <a:srgbClr val="7030A0"/>
          </a:solidFill>
          <a:ln>
            <a:solidFill>
              <a:srgbClr val="7030A0"/>
            </a:solidFill>
            <a:extLst>
              <a:ext uri="{C807C97D-BFC1-408E-A445-0C87EB9F89A2}">
                <ask:lineSketchStyleProps xmlns:ask="http://schemas.microsoft.com/office/drawing/2018/sketchyshapes" sd="283741067">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cxnSp>
        <p:nvCxnSpPr>
          <p:cNvPr id="22" name="Straight Arrow Connector 21">
            <a:extLst>
              <a:ext uri="{FF2B5EF4-FFF2-40B4-BE49-F238E27FC236}">
                <a16:creationId xmlns:a16="http://schemas.microsoft.com/office/drawing/2014/main" id="{AFC2AB14-AECA-694F-59ED-5F26CB82EF12}"/>
              </a:ext>
            </a:extLst>
          </p:cNvPr>
          <p:cNvCxnSpPr/>
          <p:nvPr/>
        </p:nvCxnSpPr>
        <p:spPr>
          <a:xfrm flipH="1" flipV="1">
            <a:off x="1917456" y="2592206"/>
            <a:ext cx="1164123" cy="69277"/>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723A4FF-EC42-1681-2F48-E8350E2C1C1E}"/>
              </a:ext>
            </a:extLst>
          </p:cNvPr>
          <p:cNvCxnSpPr/>
          <p:nvPr/>
        </p:nvCxnSpPr>
        <p:spPr>
          <a:xfrm flipH="1">
            <a:off x="2441112" y="2471263"/>
            <a:ext cx="809020" cy="296"/>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6ACA88CA-9AF6-1512-10EE-6CE48347E7C5}"/>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Tree>
    <p:extLst>
      <p:ext uri="{BB962C8B-B14F-4D97-AF65-F5344CB8AC3E}">
        <p14:creationId xmlns:p14="http://schemas.microsoft.com/office/powerpoint/2010/main" val="10585384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65">
          <a:extLst>
            <a:ext uri="{FF2B5EF4-FFF2-40B4-BE49-F238E27FC236}">
              <a16:creationId xmlns:a16="http://schemas.microsoft.com/office/drawing/2014/main" id="{505091F1-F3E8-7FC3-5308-8F6835A6A75C}"/>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58CD856E-D9EC-968F-4A0C-1861964EBB57}"/>
              </a:ext>
            </a:extLst>
          </p:cNvPr>
          <p:cNvGrpSpPr/>
          <p:nvPr/>
        </p:nvGrpSpPr>
        <p:grpSpPr>
          <a:xfrm>
            <a:off x="1262" y="-142"/>
            <a:ext cx="9146016" cy="5141405"/>
            <a:chOff x="1263" y="-142"/>
            <a:chExt cx="10058400" cy="914401"/>
          </a:xfrm>
        </p:grpSpPr>
        <p:sp>
          <p:nvSpPr>
            <p:cNvPr id="3" name="Rectangle 2">
              <a:extLst>
                <a:ext uri="{FF2B5EF4-FFF2-40B4-BE49-F238E27FC236}">
                  <a16:creationId xmlns:a16="http://schemas.microsoft.com/office/drawing/2014/main" id="{9622C13E-C4BA-0E58-D16D-31CD80452061}"/>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222197FF-D620-2DD7-A8CF-D0DD4C715B6D}"/>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7FD8387D-F8C2-3449-B9ED-74488DBC0FED}"/>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41F77602-A0B6-3456-8543-B64F04F05373}"/>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2E285816-1280-6477-7904-3A63A02FCE64}"/>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3FEB6FC2-5E49-46C9-61EA-D443598CE8EB}"/>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Rectangle 10">
            <a:extLst>
              <a:ext uri="{FF2B5EF4-FFF2-40B4-BE49-F238E27FC236}">
                <a16:creationId xmlns:a16="http://schemas.microsoft.com/office/drawing/2014/main" id="{2AE1D3B0-E31B-BC61-3F9A-D6B5591080AC}"/>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2" name="Slide Number Placeholder 1">
            <a:extLst>
              <a:ext uri="{FF2B5EF4-FFF2-40B4-BE49-F238E27FC236}">
                <a16:creationId xmlns:a16="http://schemas.microsoft.com/office/drawing/2014/main" id="{19385488-4381-DA19-2839-AF4DD39E7290}"/>
              </a:ext>
            </a:extLst>
          </p:cNvPr>
          <p:cNvSpPr>
            <a:spLocks noGrp="1"/>
          </p:cNvSpPr>
          <p:nvPr>
            <p:ph type="sldNum" idx="12"/>
          </p:nvPr>
        </p:nvSpPr>
        <p:spPr>
          <a:xfrm>
            <a:off x="8595439" y="4750027"/>
            <a:ext cx="548700" cy="393600"/>
          </a:xfrm>
        </p:spPr>
        <p:txBody>
          <a:bodyPr/>
          <a:lstStyle/>
          <a:p>
            <a:fld id="{00000000-1234-1234-1234-123412341234}" type="slidenum">
              <a:rPr lang="en"/>
              <a:t>24</a:t>
            </a:fld>
            <a:endParaRPr lang="en-GB"/>
          </a:p>
        </p:txBody>
      </p:sp>
      <p:sp>
        <p:nvSpPr>
          <p:cNvPr id="12" name="Rectangle 11">
            <a:extLst>
              <a:ext uri="{FF2B5EF4-FFF2-40B4-BE49-F238E27FC236}">
                <a16:creationId xmlns:a16="http://schemas.microsoft.com/office/drawing/2014/main" id="{66F1EB56-8369-7D88-F88D-0D8337CE5C64}"/>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D679FDA6-C05D-013D-8F78-6ED5D375D113}"/>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pic>
        <p:nvPicPr>
          <p:cNvPr id="17" name="Picture 16" descr="A diagram of software development&#10;&#10;AI-generated content may be incorrect.">
            <a:extLst>
              <a:ext uri="{FF2B5EF4-FFF2-40B4-BE49-F238E27FC236}">
                <a16:creationId xmlns:a16="http://schemas.microsoft.com/office/drawing/2014/main" id="{07B926A6-430E-07C6-D5BB-A751FFBADDC7}"/>
              </a:ext>
            </a:extLst>
          </p:cNvPr>
          <p:cNvPicPr>
            <a:picLocks noChangeAspect="1"/>
          </p:cNvPicPr>
          <p:nvPr/>
        </p:nvPicPr>
        <p:blipFill>
          <a:blip r:embed="rId4"/>
          <a:stretch>
            <a:fillRect/>
          </a:stretch>
        </p:blipFill>
        <p:spPr>
          <a:xfrm>
            <a:off x="364242" y="257578"/>
            <a:ext cx="8346796" cy="4183676"/>
          </a:xfrm>
          <a:prstGeom prst="rect">
            <a:avLst/>
          </a:prstGeom>
        </p:spPr>
      </p:pic>
      <p:sp>
        <p:nvSpPr>
          <p:cNvPr id="19" name="Google Shape;66;p15">
            <a:extLst>
              <a:ext uri="{FF2B5EF4-FFF2-40B4-BE49-F238E27FC236}">
                <a16:creationId xmlns:a16="http://schemas.microsoft.com/office/drawing/2014/main" id="{62662B24-DE82-1BC8-3B72-30BD8B06E820}"/>
              </a:ext>
            </a:extLst>
          </p:cNvPr>
          <p:cNvSpPr txBox="1">
            <a:spLocks noGrp="1"/>
          </p:cNvSpPr>
          <p:nvPr>
            <p:ph type="title"/>
          </p:nvPr>
        </p:nvSpPr>
        <p:spPr>
          <a:xfrm>
            <a:off x="440509" y="403584"/>
            <a:ext cx="8520600" cy="572700"/>
          </a:xfrm>
          <a:prstGeom prst="rect">
            <a:avLst/>
          </a:prstGeom>
        </p:spPr>
        <p:txBody>
          <a:bodyPr spcFirstLastPara="1" wrap="square" lIns="91425" tIns="91425" rIns="91425" bIns="91425" anchor="t" anchorCtr="0">
            <a:normAutofit fontScale="90000"/>
          </a:bodyPr>
          <a:lstStyle/>
          <a:p>
            <a:r>
              <a:rPr lang="en" b="1">
                <a:solidFill>
                  <a:schemeClr val="accent1"/>
                </a:solidFill>
                <a:latin typeface="Fairwater Script"/>
              </a:rPr>
              <a:t>Work Breakdown Structure </a:t>
            </a:r>
            <a:br>
              <a:rPr lang="en" b="1">
                <a:latin typeface="Fairwater Script"/>
              </a:rPr>
            </a:br>
            <a:endParaRPr lang="en" b="1">
              <a:solidFill>
                <a:schemeClr val="accent1"/>
              </a:solidFill>
              <a:latin typeface="Fairwater Script"/>
            </a:endParaRPr>
          </a:p>
        </p:txBody>
      </p:sp>
    </p:spTree>
    <p:extLst>
      <p:ext uri="{BB962C8B-B14F-4D97-AF65-F5344CB8AC3E}">
        <p14:creationId xmlns:p14="http://schemas.microsoft.com/office/powerpoint/2010/main" val="3754317578"/>
      </p:ext>
    </p:extLst>
  </p:cSld>
  <p:clrMapOvr>
    <a:masterClrMapping/>
  </p:clrMapOvr>
  <p:extLst>
    <p:ext uri="{6950BFC3-D8DA-4A85-94F7-54DA5524770B}">
      <p188:commentRel xmlns:p188="http://schemas.microsoft.com/office/powerpoint/2018/8/main" r:id="rId3"/>
    </p:ext>
  </p:extLs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65">
          <a:extLst>
            <a:ext uri="{FF2B5EF4-FFF2-40B4-BE49-F238E27FC236}">
              <a16:creationId xmlns:a16="http://schemas.microsoft.com/office/drawing/2014/main" id="{1CFAF2ED-D7EF-774F-BE1C-699692FD9DCA}"/>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529F58A5-ADA3-F379-8318-65DE5700880E}"/>
              </a:ext>
            </a:extLst>
          </p:cNvPr>
          <p:cNvGrpSpPr/>
          <p:nvPr/>
        </p:nvGrpSpPr>
        <p:grpSpPr>
          <a:xfrm>
            <a:off x="1262" y="-142"/>
            <a:ext cx="9146016" cy="5141405"/>
            <a:chOff x="1263" y="-142"/>
            <a:chExt cx="10058400" cy="914401"/>
          </a:xfrm>
        </p:grpSpPr>
        <p:sp>
          <p:nvSpPr>
            <p:cNvPr id="3" name="Rectangle 2">
              <a:extLst>
                <a:ext uri="{FF2B5EF4-FFF2-40B4-BE49-F238E27FC236}">
                  <a16:creationId xmlns:a16="http://schemas.microsoft.com/office/drawing/2014/main" id="{C6DA7B95-D80F-507B-7C3E-5039F5FB829C}"/>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86A9F13B-0BD5-364A-2E7F-E57218018099}"/>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A62B321D-C5ED-CB19-75D4-5DE7B4420603}"/>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34E8048A-1325-3364-7DCC-CC2405EF7803}"/>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3B339A14-06EA-6B4F-70C9-C0E6DACA2591}"/>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74A96DD9-B9BD-3ABB-4073-56C81C4CB827}"/>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Rectangle 10">
            <a:extLst>
              <a:ext uri="{FF2B5EF4-FFF2-40B4-BE49-F238E27FC236}">
                <a16:creationId xmlns:a16="http://schemas.microsoft.com/office/drawing/2014/main" id="{A31B2EEB-6C24-CB4B-652E-A5526C6513CC}"/>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5A3B73DD-3116-595B-97C8-5E08B216B1D1}"/>
              </a:ext>
            </a:extLst>
          </p:cNvPr>
          <p:cNvSpPr/>
          <p:nvPr/>
        </p:nvSpPr>
        <p:spPr>
          <a:xfrm>
            <a:off x="454139" y="341831"/>
            <a:ext cx="8237349" cy="4062493"/>
          </a:xfrm>
          <a:prstGeom prst="rect">
            <a:avLst/>
          </a:prstGeom>
          <a:solidFill>
            <a:srgbClr val="126E2A"/>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Google Shape;66;p15">
            <a:extLst>
              <a:ext uri="{FF2B5EF4-FFF2-40B4-BE49-F238E27FC236}">
                <a16:creationId xmlns:a16="http://schemas.microsoft.com/office/drawing/2014/main" id="{49769D0F-D42A-3FB9-5B0A-293D863B8116}"/>
              </a:ext>
            </a:extLst>
          </p:cNvPr>
          <p:cNvSpPr txBox="1">
            <a:spLocks noGrp="1"/>
          </p:cNvSpPr>
          <p:nvPr>
            <p:ph type="title"/>
          </p:nvPr>
        </p:nvSpPr>
        <p:spPr>
          <a:xfrm>
            <a:off x="440509" y="454872"/>
            <a:ext cx="8520600" cy="572700"/>
          </a:xfrm>
          <a:prstGeom prst="rect">
            <a:avLst/>
          </a:prstGeom>
        </p:spPr>
        <p:txBody>
          <a:bodyPr spcFirstLastPara="1" wrap="square" lIns="91425" tIns="91425" rIns="91425" bIns="91425" anchor="t" anchorCtr="0">
            <a:normAutofit fontScale="90000"/>
          </a:bodyPr>
          <a:lstStyle/>
          <a:p>
            <a:r>
              <a:rPr lang="en">
                <a:solidFill>
                  <a:schemeClr val="accent6">
                    <a:lumMod val="20000"/>
                    <a:lumOff val="80000"/>
                  </a:schemeClr>
                </a:solidFill>
                <a:latin typeface="Fairwater Script"/>
              </a:rPr>
              <a:t>Authentication Algorithm</a:t>
            </a:r>
            <a:br>
              <a:rPr lang="en">
                <a:latin typeface="Fairwater Script"/>
              </a:rPr>
            </a:br>
            <a:endParaRPr lang="en-US"/>
          </a:p>
        </p:txBody>
      </p:sp>
      <p:sp>
        <p:nvSpPr>
          <p:cNvPr id="2" name="Slide Number Placeholder 1">
            <a:extLst>
              <a:ext uri="{FF2B5EF4-FFF2-40B4-BE49-F238E27FC236}">
                <a16:creationId xmlns:a16="http://schemas.microsoft.com/office/drawing/2014/main" id="{91027E7C-5BFF-1A35-591A-7F7C9D8B2DFC}"/>
              </a:ext>
            </a:extLst>
          </p:cNvPr>
          <p:cNvSpPr>
            <a:spLocks noGrp="1"/>
          </p:cNvSpPr>
          <p:nvPr>
            <p:ph type="sldNum" idx="12"/>
          </p:nvPr>
        </p:nvSpPr>
        <p:spPr>
          <a:xfrm>
            <a:off x="8595439" y="4750027"/>
            <a:ext cx="548700" cy="393600"/>
          </a:xfrm>
        </p:spPr>
        <p:txBody>
          <a:bodyPr/>
          <a:lstStyle/>
          <a:p>
            <a:fld id="{00000000-1234-1234-1234-123412341234}" type="slidenum">
              <a:rPr lang="en"/>
              <a:t>25</a:t>
            </a:fld>
            <a:endParaRPr lang="en-GB"/>
          </a:p>
        </p:txBody>
      </p:sp>
      <p:sp>
        <p:nvSpPr>
          <p:cNvPr id="12" name="Rectangle 11">
            <a:extLst>
              <a:ext uri="{FF2B5EF4-FFF2-40B4-BE49-F238E27FC236}">
                <a16:creationId xmlns:a16="http://schemas.microsoft.com/office/drawing/2014/main" id="{1951B5DF-EDDF-E095-2328-DA31F0000F4B}"/>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5C3FC75A-0A4D-615D-2EA2-4CC356100BEC}"/>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
        <p:nvSpPr>
          <p:cNvPr id="15" name="Text Placeholder 2">
            <a:extLst>
              <a:ext uri="{FF2B5EF4-FFF2-40B4-BE49-F238E27FC236}">
                <a16:creationId xmlns:a16="http://schemas.microsoft.com/office/drawing/2014/main" id="{AA465068-0B2F-C28E-C5BE-4D8962FE2DD7}"/>
              </a:ext>
            </a:extLst>
          </p:cNvPr>
          <p:cNvSpPr>
            <a:spLocks noGrp="1"/>
          </p:cNvSpPr>
          <p:nvPr>
            <p:ph type="body" idx="1"/>
          </p:nvPr>
        </p:nvSpPr>
        <p:spPr>
          <a:xfrm>
            <a:off x="85370" y="879221"/>
            <a:ext cx="8234850" cy="3485905"/>
          </a:xfrm>
        </p:spPr>
        <p:txBody>
          <a:bodyPr>
            <a:normAutofit/>
          </a:bodyPr>
          <a:lstStyle/>
          <a:p>
            <a:pPr marL="800100">
              <a:lnSpc>
                <a:spcPct val="110000"/>
              </a:lnSpc>
              <a:buClr>
                <a:srgbClr val="FCFFD9"/>
              </a:buClr>
              <a:buAutoNum type="arabicPeriod"/>
            </a:pPr>
            <a:endParaRPr lang="en-US">
              <a:solidFill>
                <a:srgbClr val="FBFFD9"/>
              </a:solidFill>
              <a:latin typeface="Calibri"/>
              <a:ea typeface="Calibri"/>
              <a:cs typeface="Calibri"/>
            </a:endParaRPr>
          </a:p>
          <a:p>
            <a:pPr marL="800100">
              <a:lnSpc>
                <a:spcPct val="110000"/>
              </a:lnSpc>
              <a:buClr>
                <a:srgbClr val="FCFFD9"/>
              </a:buClr>
              <a:buAutoNum type="arabicPeriod"/>
            </a:pPr>
            <a:endParaRPr lang="en-US">
              <a:solidFill>
                <a:srgbClr val="FBFFD9"/>
              </a:solidFill>
              <a:latin typeface="Calibri"/>
              <a:ea typeface="Calibri"/>
              <a:cs typeface="Calibri"/>
            </a:endParaRPr>
          </a:p>
          <a:p>
            <a:pPr marL="800100">
              <a:lnSpc>
                <a:spcPct val="110000"/>
              </a:lnSpc>
              <a:buClr>
                <a:srgbClr val="FCFFD9"/>
              </a:buClr>
              <a:buAutoNum type="arabicPeriod"/>
            </a:pPr>
            <a:endParaRPr lang="en-US">
              <a:solidFill>
                <a:srgbClr val="FBFFD9"/>
              </a:solidFill>
              <a:latin typeface="Calibri"/>
              <a:ea typeface="Calibri"/>
              <a:cs typeface="Calibri"/>
            </a:endParaRPr>
          </a:p>
          <a:p>
            <a:pPr marL="800100">
              <a:lnSpc>
                <a:spcPct val="110000"/>
              </a:lnSpc>
              <a:buClr>
                <a:srgbClr val="FCFFD9"/>
              </a:buClr>
              <a:buAutoNum type="arabicPeriod"/>
            </a:pPr>
            <a:endParaRPr lang="en-US">
              <a:solidFill>
                <a:srgbClr val="FBFFD9"/>
              </a:solidFill>
              <a:latin typeface="Calibri"/>
              <a:ea typeface="Calibri"/>
              <a:cs typeface="Calibri"/>
            </a:endParaRPr>
          </a:p>
          <a:p>
            <a:pPr marL="114300" indent="0">
              <a:lnSpc>
                <a:spcPct val="110000"/>
              </a:lnSpc>
              <a:buClr>
                <a:srgbClr val="595959"/>
              </a:buClr>
              <a:buNone/>
            </a:pPr>
            <a:endParaRPr lang="en-US">
              <a:solidFill>
                <a:srgbClr val="595959"/>
              </a:solidFill>
              <a:ea typeface="Calibri"/>
            </a:endParaRPr>
          </a:p>
        </p:txBody>
      </p:sp>
      <p:sp>
        <p:nvSpPr>
          <p:cNvPr id="19" name="Text Placeholder 2">
            <a:extLst>
              <a:ext uri="{FF2B5EF4-FFF2-40B4-BE49-F238E27FC236}">
                <a16:creationId xmlns:a16="http://schemas.microsoft.com/office/drawing/2014/main" id="{62224412-F2E8-831E-9021-3376F8B8A1E6}"/>
              </a:ext>
            </a:extLst>
          </p:cNvPr>
          <p:cNvSpPr txBox="1">
            <a:spLocks/>
          </p:cNvSpPr>
          <p:nvPr/>
        </p:nvSpPr>
        <p:spPr>
          <a:xfrm>
            <a:off x="237770" y="1031621"/>
            <a:ext cx="8234850" cy="3485905"/>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800100">
              <a:lnSpc>
                <a:spcPct val="110000"/>
              </a:lnSpc>
              <a:buClr>
                <a:schemeClr val="accent6">
                  <a:lumMod val="20000"/>
                  <a:lumOff val="80000"/>
                </a:schemeClr>
              </a:buClr>
              <a:buFont typeface="Arial"/>
              <a:buAutoNum type="arabicPeriod"/>
            </a:pPr>
            <a:r>
              <a:rPr lang="en-US">
                <a:solidFill>
                  <a:srgbClr val="FBFFD9"/>
                </a:solidFill>
                <a:latin typeface="Calibri"/>
                <a:ea typeface="Calibri"/>
                <a:cs typeface="Calibri"/>
              </a:rPr>
              <a:t>An authorization request is generated.</a:t>
            </a:r>
          </a:p>
          <a:p>
            <a:pPr marL="800100">
              <a:lnSpc>
                <a:spcPct val="110000"/>
              </a:lnSpc>
              <a:buClr>
                <a:srgbClr val="FCFFD9"/>
              </a:buClr>
              <a:buAutoNum type="arabicPeriod"/>
            </a:pPr>
            <a:r>
              <a:rPr lang="en-US" err="1">
                <a:solidFill>
                  <a:srgbClr val="FBFFD9"/>
                </a:solidFill>
                <a:latin typeface="Calibri"/>
                <a:ea typeface="Calibri"/>
                <a:cs typeface="Calibri"/>
              </a:rPr>
              <a:t>EduSense</a:t>
            </a:r>
            <a:r>
              <a:rPr lang="en-US">
                <a:solidFill>
                  <a:srgbClr val="FBFFD9"/>
                </a:solidFill>
                <a:latin typeface="Calibri"/>
                <a:ea typeface="Calibri"/>
                <a:cs typeface="Calibri"/>
              </a:rPr>
              <a:t> redirects based on the selected method of authentication</a:t>
            </a:r>
          </a:p>
          <a:p>
            <a:pPr marL="1257300" lvl="1">
              <a:lnSpc>
                <a:spcPct val="110000"/>
              </a:lnSpc>
              <a:buClr>
                <a:srgbClr val="FCFFD9"/>
              </a:buClr>
              <a:buSzPts val="1800"/>
              <a:buFont typeface="Courier New"/>
              <a:buChar char="o"/>
            </a:pPr>
            <a:r>
              <a:rPr lang="en-US">
                <a:solidFill>
                  <a:srgbClr val="FBFFD9"/>
                </a:solidFill>
                <a:latin typeface="Calibri"/>
                <a:ea typeface="Calibri"/>
                <a:cs typeface="Calibri"/>
              </a:rPr>
              <a:t>Redirect options may be </a:t>
            </a:r>
            <a:r>
              <a:rPr lang="en-US" err="1">
                <a:solidFill>
                  <a:srgbClr val="FBFFD9"/>
                </a:solidFill>
                <a:latin typeface="Calibri"/>
                <a:ea typeface="Calibri"/>
                <a:cs typeface="Calibri"/>
              </a:rPr>
              <a:t>EduSense</a:t>
            </a:r>
            <a:r>
              <a:rPr lang="en-US">
                <a:solidFill>
                  <a:srgbClr val="FBFFD9"/>
                </a:solidFill>
                <a:latin typeface="Calibri"/>
                <a:ea typeface="Calibri"/>
                <a:cs typeface="Calibri"/>
              </a:rPr>
              <a:t> Login, Canvas SSO, or OAuth 2.0</a:t>
            </a:r>
            <a:endParaRPr lang="en-US">
              <a:solidFill>
                <a:srgbClr val="000000"/>
              </a:solidFill>
              <a:latin typeface="Calibri"/>
              <a:ea typeface="Calibri"/>
              <a:cs typeface="Calibri"/>
            </a:endParaRPr>
          </a:p>
          <a:p>
            <a:pPr marL="800100">
              <a:lnSpc>
                <a:spcPct val="110000"/>
              </a:lnSpc>
              <a:buClr>
                <a:srgbClr val="FCFFD9"/>
              </a:buClr>
              <a:buSzPts val="1800"/>
              <a:buAutoNum type="arabicPeriod"/>
            </a:pPr>
            <a:r>
              <a:rPr lang="en-US">
                <a:solidFill>
                  <a:srgbClr val="FBFFD9"/>
                </a:solidFill>
                <a:latin typeface="Calibri"/>
                <a:ea typeface="Calibri"/>
                <a:cs typeface="Calibri"/>
              </a:rPr>
              <a:t>The identity provider authenticates the user and returns an auth code</a:t>
            </a:r>
            <a:endParaRPr lang="en-US">
              <a:solidFill>
                <a:srgbClr val="000000"/>
              </a:solidFill>
              <a:latin typeface="Calibri"/>
              <a:ea typeface="Calibri"/>
              <a:cs typeface="Calibri"/>
            </a:endParaRPr>
          </a:p>
          <a:p>
            <a:pPr marL="800100">
              <a:lnSpc>
                <a:spcPct val="110000"/>
              </a:lnSpc>
              <a:buClr>
                <a:srgbClr val="FCFFD9"/>
              </a:buClr>
              <a:buAutoNum type="arabicPeriod"/>
            </a:pPr>
            <a:r>
              <a:rPr lang="en-US">
                <a:solidFill>
                  <a:srgbClr val="FBFFD9"/>
                </a:solidFill>
                <a:latin typeface="Calibri"/>
                <a:ea typeface="Calibri"/>
                <a:cs typeface="Calibri"/>
              </a:rPr>
              <a:t>The backend exchanges the code for access tokens or validates password</a:t>
            </a:r>
          </a:p>
          <a:p>
            <a:pPr marL="800100">
              <a:lnSpc>
                <a:spcPct val="110000"/>
              </a:lnSpc>
              <a:buClr>
                <a:srgbClr val="FCFFD9"/>
              </a:buClr>
              <a:buAutoNum type="arabicPeriod"/>
            </a:pPr>
            <a:r>
              <a:rPr lang="en-US">
                <a:solidFill>
                  <a:srgbClr val="FBFFD9"/>
                </a:solidFill>
                <a:latin typeface="Calibri"/>
                <a:ea typeface="Calibri"/>
                <a:cs typeface="Calibri"/>
              </a:rPr>
              <a:t>The backend creates or updates the user's records in the database with the appropriate tokens.</a:t>
            </a:r>
          </a:p>
          <a:p>
            <a:pPr marL="800100">
              <a:lnSpc>
                <a:spcPct val="110000"/>
              </a:lnSpc>
              <a:buClr>
                <a:srgbClr val="FCFFD9"/>
              </a:buClr>
              <a:buAutoNum type="arabicPeriod"/>
            </a:pPr>
            <a:r>
              <a:rPr lang="en-US">
                <a:solidFill>
                  <a:srgbClr val="FBFFD9"/>
                </a:solidFill>
                <a:latin typeface="Calibri"/>
                <a:ea typeface="Calibri"/>
                <a:cs typeface="Calibri"/>
              </a:rPr>
              <a:t>The login event is recorded to the database.</a:t>
            </a:r>
          </a:p>
          <a:p>
            <a:pPr marL="800100">
              <a:lnSpc>
                <a:spcPct val="110000"/>
              </a:lnSpc>
              <a:buClr>
                <a:srgbClr val="FCFFD9"/>
              </a:buClr>
              <a:buAutoNum type="arabicPeriod"/>
            </a:pPr>
            <a:r>
              <a:rPr lang="en-US">
                <a:solidFill>
                  <a:srgbClr val="FBFFD9"/>
                </a:solidFill>
                <a:latin typeface="Calibri"/>
                <a:ea typeface="Calibri"/>
                <a:cs typeface="Calibri"/>
              </a:rPr>
              <a:t>A session is issued to the client.</a:t>
            </a:r>
          </a:p>
          <a:p>
            <a:pPr marL="800100">
              <a:lnSpc>
                <a:spcPct val="110000"/>
              </a:lnSpc>
              <a:buClr>
                <a:srgbClr val="FCFFD9"/>
              </a:buClr>
              <a:buAutoNum type="arabicPeriod"/>
            </a:pPr>
            <a:endParaRPr lang="en-US">
              <a:solidFill>
                <a:srgbClr val="FBFFD9"/>
              </a:solidFill>
              <a:latin typeface="Calibri"/>
              <a:ea typeface="Calibri"/>
              <a:cs typeface="Calibri"/>
            </a:endParaRPr>
          </a:p>
          <a:p>
            <a:pPr marL="800100">
              <a:lnSpc>
                <a:spcPct val="110000"/>
              </a:lnSpc>
              <a:buClr>
                <a:srgbClr val="FCFFD9"/>
              </a:buClr>
              <a:buSzPts val="1400"/>
              <a:buAutoNum type="arabicPeriod"/>
            </a:pPr>
            <a:endParaRPr lang="en-US">
              <a:solidFill>
                <a:srgbClr val="FBFFD9"/>
              </a:solidFill>
              <a:latin typeface="Calibri"/>
              <a:ea typeface="Calibri"/>
              <a:cs typeface="Calibri"/>
            </a:endParaRPr>
          </a:p>
          <a:p>
            <a:pPr marL="800100">
              <a:lnSpc>
                <a:spcPct val="110000"/>
              </a:lnSpc>
              <a:buClr>
                <a:srgbClr val="FCFFD9"/>
              </a:buClr>
              <a:buAutoNum type="arabicPeriod"/>
            </a:pPr>
            <a:endParaRPr lang="en-US">
              <a:solidFill>
                <a:srgbClr val="FBFFD9"/>
              </a:solidFill>
              <a:latin typeface="Calibri"/>
              <a:ea typeface="Calibri"/>
              <a:cs typeface="Calibri"/>
            </a:endParaRPr>
          </a:p>
          <a:p>
            <a:pPr marL="800100">
              <a:lnSpc>
                <a:spcPct val="110000"/>
              </a:lnSpc>
              <a:buClr>
                <a:srgbClr val="FCFFD9"/>
              </a:buClr>
              <a:buAutoNum type="arabicPeriod"/>
            </a:pPr>
            <a:endParaRPr lang="en-US">
              <a:solidFill>
                <a:srgbClr val="FBFFD9"/>
              </a:solidFill>
              <a:latin typeface="Calibri"/>
              <a:ea typeface="Calibri"/>
              <a:cs typeface="Calibri"/>
            </a:endParaRPr>
          </a:p>
          <a:p>
            <a:pPr marL="800100">
              <a:lnSpc>
                <a:spcPct val="110000"/>
              </a:lnSpc>
              <a:buClr>
                <a:srgbClr val="FCFFD9"/>
              </a:buClr>
              <a:buAutoNum type="arabicPeriod"/>
            </a:pPr>
            <a:endParaRPr lang="en-US">
              <a:solidFill>
                <a:srgbClr val="FBFFD9"/>
              </a:solidFill>
              <a:latin typeface="Calibri"/>
              <a:ea typeface="Calibri"/>
              <a:cs typeface="Calibri"/>
            </a:endParaRPr>
          </a:p>
          <a:p>
            <a:pPr marL="114300" indent="0">
              <a:lnSpc>
                <a:spcPct val="110000"/>
              </a:lnSpc>
              <a:buClr>
                <a:srgbClr val="595959"/>
              </a:buClr>
              <a:buNone/>
            </a:pPr>
            <a:endParaRPr lang="en-US">
              <a:solidFill>
                <a:srgbClr val="595959"/>
              </a:solidFill>
              <a:ea typeface="Calibri"/>
            </a:endParaRPr>
          </a:p>
        </p:txBody>
      </p:sp>
    </p:spTree>
    <p:extLst>
      <p:ext uri="{BB962C8B-B14F-4D97-AF65-F5344CB8AC3E}">
        <p14:creationId xmlns:p14="http://schemas.microsoft.com/office/powerpoint/2010/main" val="10942951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65">
          <a:extLst>
            <a:ext uri="{FF2B5EF4-FFF2-40B4-BE49-F238E27FC236}">
              <a16:creationId xmlns:a16="http://schemas.microsoft.com/office/drawing/2014/main" id="{E4FB3B75-341E-F098-CB66-788AC74204E7}"/>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43F68D66-29E9-B1CD-3F1A-7BF939E816E2}"/>
              </a:ext>
            </a:extLst>
          </p:cNvPr>
          <p:cNvGrpSpPr/>
          <p:nvPr/>
        </p:nvGrpSpPr>
        <p:grpSpPr>
          <a:xfrm>
            <a:off x="1262" y="-142"/>
            <a:ext cx="9146016" cy="5141405"/>
            <a:chOff x="1263" y="-142"/>
            <a:chExt cx="10058400" cy="914401"/>
          </a:xfrm>
        </p:grpSpPr>
        <p:sp>
          <p:nvSpPr>
            <p:cNvPr id="3" name="Rectangle 2">
              <a:extLst>
                <a:ext uri="{FF2B5EF4-FFF2-40B4-BE49-F238E27FC236}">
                  <a16:creationId xmlns:a16="http://schemas.microsoft.com/office/drawing/2014/main" id="{CDCD58BA-9820-578E-C5C7-FFF4DCE3EB96}"/>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4BD045BC-E668-6014-5CAF-5BDA497C575C}"/>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AE7CBDA0-5C93-CE5C-D406-3E3656626518}"/>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9A0416E7-9F08-9D81-BC03-DE772855456B}"/>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4A0B4778-4890-366F-29C2-025A62CD6B17}"/>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EC064AE0-A350-F182-3EF4-8D3AE3DB9447}"/>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Rectangle 10">
            <a:extLst>
              <a:ext uri="{FF2B5EF4-FFF2-40B4-BE49-F238E27FC236}">
                <a16:creationId xmlns:a16="http://schemas.microsoft.com/office/drawing/2014/main" id="{3DC66212-63C0-0ED7-4618-B3F84249D8E4}"/>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164166BB-D976-7479-58BD-6F9617168FCD}"/>
              </a:ext>
            </a:extLst>
          </p:cNvPr>
          <p:cNvSpPr/>
          <p:nvPr/>
        </p:nvSpPr>
        <p:spPr>
          <a:xfrm>
            <a:off x="441980" y="341831"/>
            <a:ext cx="8237349" cy="4062493"/>
          </a:xfrm>
          <a:prstGeom prst="rect">
            <a:avLst/>
          </a:prstGeom>
          <a:solidFill>
            <a:srgbClr val="126E2A"/>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a:cs typeface="Arial"/>
            </a:endParaRPr>
          </a:p>
        </p:txBody>
      </p:sp>
      <p:sp>
        <p:nvSpPr>
          <p:cNvPr id="66" name="Google Shape;66;p15">
            <a:extLst>
              <a:ext uri="{FF2B5EF4-FFF2-40B4-BE49-F238E27FC236}">
                <a16:creationId xmlns:a16="http://schemas.microsoft.com/office/drawing/2014/main" id="{9011F15A-3DC7-BD45-DFCC-2C47EEF00D9A}"/>
              </a:ext>
            </a:extLst>
          </p:cNvPr>
          <p:cNvSpPr txBox="1">
            <a:spLocks noGrp="1"/>
          </p:cNvSpPr>
          <p:nvPr>
            <p:ph type="title"/>
          </p:nvPr>
        </p:nvSpPr>
        <p:spPr>
          <a:xfrm>
            <a:off x="440509" y="454872"/>
            <a:ext cx="8520600" cy="572700"/>
          </a:xfrm>
          <a:prstGeom prst="rect">
            <a:avLst/>
          </a:prstGeom>
        </p:spPr>
        <p:txBody>
          <a:bodyPr spcFirstLastPara="1" wrap="square" lIns="91425" tIns="91425" rIns="91425" bIns="91425" anchor="t" anchorCtr="0">
            <a:normAutofit fontScale="90000"/>
          </a:bodyPr>
          <a:lstStyle/>
          <a:p>
            <a:r>
              <a:rPr lang="en">
                <a:solidFill>
                  <a:schemeClr val="accent6">
                    <a:lumMod val="20000"/>
                    <a:lumOff val="80000"/>
                  </a:schemeClr>
                </a:solidFill>
                <a:latin typeface="Fairwater Script"/>
              </a:rPr>
              <a:t>Authentication Algorithm - Continued</a:t>
            </a:r>
            <a:endParaRPr lang="en-US">
              <a:solidFill>
                <a:schemeClr val="accent6">
                  <a:lumMod val="20000"/>
                  <a:lumOff val="80000"/>
                </a:schemeClr>
              </a:solidFill>
            </a:endParaRPr>
          </a:p>
        </p:txBody>
      </p:sp>
      <p:sp>
        <p:nvSpPr>
          <p:cNvPr id="2" name="Slide Number Placeholder 1">
            <a:extLst>
              <a:ext uri="{FF2B5EF4-FFF2-40B4-BE49-F238E27FC236}">
                <a16:creationId xmlns:a16="http://schemas.microsoft.com/office/drawing/2014/main" id="{AAA50AB3-1BFA-9465-4251-613C3B12A4BF}"/>
              </a:ext>
            </a:extLst>
          </p:cNvPr>
          <p:cNvSpPr>
            <a:spLocks noGrp="1"/>
          </p:cNvSpPr>
          <p:nvPr>
            <p:ph type="sldNum" idx="12"/>
          </p:nvPr>
        </p:nvSpPr>
        <p:spPr>
          <a:xfrm>
            <a:off x="8595439" y="4750027"/>
            <a:ext cx="548700" cy="393600"/>
          </a:xfrm>
        </p:spPr>
        <p:txBody>
          <a:bodyPr/>
          <a:lstStyle/>
          <a:p>
            <a:fld id="{00000000-1234-1234-1234-123412341234}" type="slidenum">
              <a:rPr lang="en"/>
              <a:t>26</a:t>
            </a:fld>
            <a:endParaRPr lang="en-GB"/>
          </a:p>
        </p:txBody>
      </p:sp>
      <p:sp>
        <p:nvSpPr>
          <p:cNvPr id="12" name="Rectangle 11">
            <a:extLst>
              <a:ext uri="{FF2B5EF4-FFF2-40B4-BE49-F238E27FC236}">
                <a16:creationId xmlns:a16="http://schemas.microsoft.com/office/drawing/2014/main" id="{B0EDB903-9605-CFFD-D5BA-00BF7BC1F417}"/>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433C5A18-DDBC-4600-F8B9-67AF1C9DC3FB}"/>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
        <p:nvSpPr>
          <p:cNvPr id="21" name="Text Placeholder 2">
            <a:extLst>
              <a:ext uri="{FF2B5EF4-FFF2-40B4-BE49-F238E27FC236}">
                <a16:creationId xmlns:a16="http://schemas.microsoft.com/office/drawing/2014/main" id="{876E6272-58EB-2FA0-7F7D-5067ADF18BA1}"/>
              </a:ext>
            </a:extLst>
          </p:cNvPr>
          <p:cNvSpPr txBox="1">
            <a:spLocks/>
          </p:cNvSpPr>
          <p:nvPr/>
        </p:nvSpPr>
        <p:spPr>
          <a:xfrm>
            <a:off x="237770" y="1031621"/>
            <a:ext cx="8234850" cy="3485905"/>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indent="0">
              <a:lnSpc>
                <a:spcPct val="110000"/>
              </a:lnSpc>
              <a:buClr>
                <a:schemeClr val="accent6">
                  <a:lumMod val="20000"/>
                  <a:lumOff val="80000"/>
                </a:schemeClr>
              </a:buClr>
              <a:buNone/>
            </a:pPr>
            <a:r>
              <a:rPr lang="en-US">
                <a:solidFill>
                  <a:srgbClr val="FBFFD9"/>
                </a:solidFill>
                <a:latin typeface="Calibri"/>
                <a:ea typeface="Calibri"/>
                <a:cs typeface="Calibri"/>
              </a:rPr>
              <a:t>8.    Subsequent requests will trigger validation of the stored token.</a:t>
            </a:r>
            <a:endParaRPr lang="en-US"/>
          </a:p>
          <a:p>
            <a:pPr marL="1257300" lvl="1">
              <a:lnSpc>
                <a:spcPct val="110000"/>
              </a:lnSpc>
              <a:buClr>
                <a:srgbClr val="FCFFD9"/>
              </a:buClr>
              <a:buSzPts val="1800"/>
              <a:buFont typeface="Courier New"/>
              <a:buChar char="o"/>
            </a:pPr>
            <a:r>
              <a:rPr lang="en-US">
                <a:solidFill>
                  <a:srgbClr val="FBFFD9"/>
                </a:solidFill>
                <a:latin typeface="Calibri"/>
                <a:ea typeface="Calibri"/>
                <a:cs typeface="Calibri"/>
              </a:rPr>
              <a:t>Logout or session timeout will cause revocation of the token and session cleanup</a:t>
            </a:r>
          </a:p>
          <a:p>
            <a:pPr marL="1257300" lvl="1">
              <a:lnSpc>
                <a:spcPct val="110000"/>
              </a:lnSpc>
              <a:buClr>
                <a:srgbClr val="FCFFD9"/>
              </a:buClr>
              <a:buFont typeface="Courier New"/>
              <a:buChar char="o"/>
            </a:pPr>
            <a:endParaRPr lang="en-US">
              <a:solidFill>
                <a:srgbClr val="FBFFD9"/>
              </a:solidFill>
              <a:latin typeface="Calibri"/>
              <a:ea typeface="Calibri"/>
              <a:cs typeface="Calibri"/>
            </a:endParaRPr>
          </a:p>
          <a:p>
            <a:pPr indent="0">
              <a:lnSpc>
                <a:spcPct val="110000"/>
              </a:lnSpc>
              <a:buClr>
                <a:srgbClr val="FCFFD9"/>
              </a:buClr>
              <a:buNone/>
            </a:pPr>
            <a:r>
              <a:rPr lang="en-US">
                <a:solidFill>
                  <a:srgbClr val="FBFFD9"/>
                </a:solidFill>
                <a:latin typeface="Calibri"/>
                <a:ea typeface="Calibri"/>
                <a:cs typeface="Calibri"/>
              </a:rPr>
              <a:t>9.    Error/Edge Cases</a:t>
            </a:r>
          </a:p>
          <a:p>
            <a:pPr marL="1257300" lvl="1">
              <a:lnSpc>
                <a:spcPct val="110000"/>
              </a:lnSpc>
              <a:buClr>
                <a:srgbClr val="FCFFD9"/>
              </a:buClr>
              <a:buFont typeface="Courier New"/>
              <a:buChar char="o"/>
            </a:pPr>
            <a:r>
              <a:rPr lang="en-US">
                <a:solidFill>
                  <a:srgbClr val="FBFFD9"/>
                </a:solidFill>
                <a:latin typeface="Calibri"/>
                <a:ea typeface="Calibri"/>
                <a:cs typeface="Calibri"/>
              </a:rPr>
              <a:t>If a provider is unavailable, the system will issue an error and recommend using another provider.</a:t>
            </a:r>
          </a:p>
          <a:p>
            <a:pPr marL="1257300" lvl="1">
              <a:lnSpc>
                <a:spcPct val="110000"/>
              </a:lnSpc>
              <a:buClr>
                <a:srgbClr val="FCFFD9"/>
              </a:buClr>
              <a:buFont typeface="Courier New"/>
              <a:buChar char="o"/>
            </a:pPr>
            <a:r>
              <a:rPr lang="en-US">
                <a:solidFill>
                  <a:srgbClr val="FBFFD9"/>
                </a:solidFill>
                <a:latin typeface="Calibri"/>
                <a:ea typeface="Calibri"/>
                <a:cs typeface="Calibri"/>
              </a:rPr>
              <a:t>If the stored token is invalid, reauthentication will be forced.</a:t>
            </a:r>
          </a:p>
          <a:p>
            <a:pPr marL="1257300" lvl="1">
              <a:lnSpc>
                <a:spcPct val="110000"/>
              </a:lnSpc>
              <a:buClr>
                <a:srgbClr val="FCFFD9"/>
              </a:buClr>
              <a:buFont typeface="Courier New"/>
              <a:buChar char="o"/>
            </a:pPr>
            <a:r>
              <a:rPr lang="en-US">
                <a:solidFill>
                  <a:srgbClr val="FBFFD9"/>
                </a:solidFill>
                <a:latin typeface="Calibri"/>
                <a:ea typeface="Calibri"/>
                <a:cs typeface="Calibri"/>
              </a:rPr>
              <a:t>Account lockout will occur on rapid or excessive login attempts.</a:t>
            </a:r>
          </a:p>
          <a:p>
            <a:pPr marL="800100">
              <a:lnSpc>
                <a:spcPct val="110000"/>
              </a:lnSpc>
              <a:buClr>
                <a:srgbClr val="FCFFD9"/>
              </a:buClr>
              <a:buAutoNum type="arabicPeriod"/>
            </a:pPr>
            <a:endParaRPr lang="en-US">
              <a:solidFill>
                <a:srgbClr val="FBFFD9"/>
              </a:solidFill>
              <a:latin typeface="Calibri"/>
              <a:ea typeface="Calibri"/>
              <a:cs typeface="Calibri"/>
            </a:endParaRPr>
          </a:p>
          <a:p>
            <a:pPr marL="800100">
              <a:lnSpc>
                <a:spcPct val="110000"/>
              </a:lnSpc>
              <a:buClr>
                <a:srgbClr val="FCFFD9"/>
              </a:buClr>
              <a:buSzPts val="1400"/>
              <a:buAutoNum type="arabicPeriod"/>
            </a:pPr>
            <a:endParaRPr lang="en-US">
              <a:solidFill>
                <a:srgbClr val="FBFFD9"/>
              </a:solidFill>
              <a:latin typeface="Calibri"/>
              <a:ea typeface="Calibri"/>
              <a:cs typeface="Calibri"/>
            </a:endParaRPr>
          </a:p>
          <a:p>
            <a:pPr marL="800100">
              <a:lnSpc>
                <a:spcPct val="110000"/>
              </a:lnSpc>
              <a:buClr>
                <a:srgbClr val="FCFFD9"/>
              </a:buClr>
              <a:buAutoNum type="arabicPeriod"/>
            </a:pPr>
            <a:endParaRPr lang="en-US">
              <a:solidFill>
                <a:srgbClr val="FBFFD9"/>
              </a:solidFill>
              <a:latin typeface="Calibri"/>
              <a:ea typeface="Calibri"/>
              <a:cs typeface="Calibri"/>
            </a:endParaRPr>
          </a:p>
          <a:p>
            <a:pPr marL="800100">
              <a:lnSpc>
                <a:spcPct val="110000"/>
              </a:lnSpc>
              <a:buClr>
                <a:srgbClr val="FCFFD9"/>
              </a:buClr>
              <a:buAutoNum type="arabicPeriod"/>
            </a:pPr>
            <a:endParaRPr lang="en-US">
              <a:solidFill>
                <a:srgbClr val="FBFFD9"/>
              </a:solidFill>
              <a:latin typeface="Calibri"/>
              <a:ea typeface="Calibri"/>
              <a:cs typeface="Calibri"/>
            </a:endParaRPr>
          </a:p>
          <a:p>
            <a:pPr marL="800100">
              <a:lnSpc>
                <a:spcPct val="110000"/>
              </a:lnSpc>
              <a:buClr>
                <a:srgbClr val="FCFFD9"/>
              </a:buClr>
              <a:buAutoNum type="arabicPeriod"/>
            </a:pPr>
            <a:endParaRPr lang="en-US">
              <a:solidFill>
                <a:srgbClr val="FBFFD9"/>
              </a:solidFill>
              <a:latin typeface="Calibri"/>
              <a:ea typeface="Calibri"/>
              <a:cs typeface="Calibri"/>
            </a:endParaRPr>
          </a:p>
          <a:p>
            <a:pPr marL="114300" indent="0">
              <a:lnSpc>
                <a:spcPct val="110000"/>
              </a:lnSpc>
              <a:buClr>
                <a:srgbClr val="595959"/>
              </a:buClr>
              <a:buNone/>
            </a:pPr>
            <a:endParaRPr lang="en-US">
              <a:solidFill>
                <a:srgbClr val="595959"/>
              </a:solidFill>
              <a:ea typeface="Calibri"/>
            </a:endParaRPr>
          </a:p>
        </p:txBody>
      </p:sp>
    </p:spTree>
    <p:extLst>
      <p:ext uri="{BB962C8B-B14F-4D97-AF65-F5344CB8AC3E}">
        <p14:creationId xmlns:p14="http://schemas.microsoft.com/office/powerpoint/2010/main" val="23490670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101">
          <a:extLst>
            <a:ext uri="{FF2B5EF4-FFF2-40B4-BE49-F238E27FC236}">
              <a16:creationId xmlns:a16="http://schemas.microsoft.com/office/drawing/2014/main" id="{65E85F6C-B8BC-725D-0DCA-779292DF8DCB}"/>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C7EE08B8-ED37-81AC-77F4-88F61396BEC5}"/>
              </a:ext>
            </a:extLst>
          </p:cNvPr>
          <p:cNvGrpSpPr/>
          <p:nvPr/>
        </p:nvGrpSpPr>
        <p:grpSpPr>
          <a:xfrm>
            <a:off x="1261" y="3346"/>
            <a:ext cx="9146016" cy="5141405"/>
            <a:chOff x="1263" y="-142"/>
            <a:chExt cx="10058400" cy="914401"/>
          </a:xfrm>
        </p:grpSpPr>
        <p:sp>
          <p:nvSpPr>
            <p:cNvPr id="4" name="Rectangle 3">
              <a:extLst>
                <a:ext uri="{FF2B5EF4-FFF2-40B4-BE49-F238E27FC236}">
                  <a16:creationId xmlns:a16="http://schemas.microsoft.com/office/drawing/2014/main" id="{33421752-5D9F-D068-4F67-FA04BC36A82F}"/>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7682B8BB-CD1F-BA23-57AF-2F37962FD200}"/>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4E2BC772-D112-2DB7-9327-B9D0F5B39DA0}"/>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356F8EC-4D08-5491-2DE7-06609D54C200}"/>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807B7AC1-3852-EA43-37C0-A9C0BE631CD4}"/>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424D471E-D75E-C17B-B70B-C6181A0262C2}"/>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2" name="Rectangle 11">
            <a:extLst>
              <a:ext uri="{FF2B5EF4-FFF2-40B4-BE49-F238E27FC236}">
                <a16:creationId xmlns:a16="http://schemas.microsoft.com/office/drawing/2014/main" id="{8E2174C0-6327-2EF5-CE4F-E7FFCFD47C9B}"/>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AB6A522F-4C9D-8CFA-8F51-A5B835F0390A}"/>
              </a:ext>
            </a:extLst>
          </p:cNvPr>
          <p:cNvSpPr/>
          <p:nvPr/>
        </p:nvSpPr>
        <p:spPr>
          <a:xfrm>
            <a:off x="454139" y="335337"/>
            <a:ext cx="8237349" cy="4062493"/>
          </a:xfrm>
          <a:prstGeom prst="rect">
            <a:avLst/>
          </a:prstGeom>
          <a:solidFill>
            <a:schemeClr val="bg1"/>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C5A88FB3-0469-4F28-37C3-DC71A04210C0}"/>
              </a:ext>
            </a:extLst>
          </p:cNvPr>
          <p:cNvSpPr txBox="1"/>
          <p:nvPr/>
        </p:nvSpPr>
        <p:spPr>
          <a:xfrm>
            <a:off x="6893277" y="338666"/>
            <a:ext cx="1797755"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b="1">
                <a:solidFill>
                  <a:schemeClr val="accent1">
                    <a:lumMod val="76000"/>
                  </a:schemeClr>
                </a:solidFill>
                <a:latin typeface="Calibri"/>
              </a:rPr>
              <a:t>Key</a:t>
            </a:r>
          </a:p>
          <a:p>
            <a:r>
              <a:rPr lang="en-GB" b="1">
                <a:solidFill>
                  <a:schemeClr val="accent1">
                    <a:lumMod val="76000"/>
                  </a:schemeClr>
                </a:solidFill>
                <a:latin typeface="Calibri"/>
              </a:rPr>
              <a:t>- Start Point</a:t>
            </a:r>
          </a:p>
          <a:p>
            <a:r>
              <a:rPr lang="en-GB" b="1">
                <a:solidFill>
                  <a:schemeClr val="accent1">
                    <a:lumMod val="76000"/>
                  </a:schemeClr>
                </a:solidFill>
                <a:latin typeface="Calibri"/>
              </a:rPr>
              <a:t>- Scenario</a:t>
            </a:r>
          </a:p>
          <a:p>
            <a:r>
              <a:rPr lang="en-GB" b="1">
                <a:solidFill>
                  <a:schemeClr val="accent1">
                    <a:lumMod val="76000"/>
                  </a:schemeClr>
                </a:solidFill>
                <a:latin typeface="Calibri"/>
              </a:rPr>
              <a:t>- Event</a:t>
            </a:r>
          </a:p>
          <a:p>
            <a:r>
              <a:rPr lang="en-GB" b="1">
                <a:solidFill>
                  <a:schemeClr val="accent1">
                    <a:lumMod val="76000"/>
                  </a:schemeClr>
                </a:solidFill>
                <a:latin typeface="Calibri"/>
              </a:rPr>
              <a:t>- Decision</a:t>
            </a:r>
          </a:p>
          <a:p>
            <a:r>
              <a:rPr lang="en-GB" b="1">
                <a:solidFill>
                  <a:schemeClr val="accent1">
                    <a:lumMod val="76000"/>
                  </a:schemeClr>
                </a:solidFill>
                <a:latin typeface="Calibri"/>
              </a:rPr>
              <a:t>- Outcome</a:t>
            </a:r>
          </a:p>
          <a:p>
            <a:r>
              <a:rPr lang="en-GB" b="1">
                <a:solidFill>
                  <a:schemeClr val="accent1">
                    <a:lumMod val="76000"/>
                  </a:schemeClr>
                </a:solidFill>
                <a:latin typeface="Calibri"/>
              </a:rPr>
              <a:t>- External Data</a:t>
            </a:r>
          </a:p>
          <a:p>
            <a:r>
              <a:rPr lang="en-GB" b="1">
                <a:solidFill>
                  <a:schemeClr val="accent1">
                    <a:lumMod val="76000"/>
                  </a:schemeClr>
                </a:solidFill>
                <a:latin typeface="Calibri"/>
              </a:rPr>
              <a:t>- Database</a:t>
            </a:r>
            <a:br>
              <a:rPr lang="en-GB" b="1">
                <a:solidFill>
                  <a:schemeClr val="accent1">
                    <a:lumMod val="76000"/>
                  </a:schemeClr>
                </a:solidFill>
                <a:latin typeface="Calibri"/>
              </a:rPr>
            </a:br>
            <a:r>
              <a:rPr lang="en-GB" b="1">
                <a:solidFill>
                  <a:schemeClr val="accent1">
                    <a:lumMod val="76000"/>
                  </a:schemeClr>
                </a:solidFill>
                <a:latin typeface="Calibri"/>
              </a:rPr>
              <a:t>- </a:t>
            </a:r>
            <a:r>
              <a:rPr lang="en-GB" b="1">
                <a:solidFill>
                  <a:schemeClr val="accent1">
                    <a:lumMod val="76000"/>
                  </a:schemeClr>
                </a:solidFill>
                <a:latin typeface="Calibri"/>
                <a:ea typeface="Calibri"/>
                <a:cs typeface="Calibri"/>
              </a:rPr>
              <a:t>External Process</a:t>
            </a:r>
          </a:p>
        </p:txBody>
      </p:sp>
      <p:sp>
        <p:nvSpPr>
          <p:cNvPr id="18" name="Oval 17">
            <a:extLst>
              <a:ext uri="{FF2B5EF4-FFF2-40B4-BE49-F238E27FC236}">
                <a16:creationId xmlns:a16="http://schemas.microsoft.com/office/drawing/2014/main" id="{D0E997FC-A59C-EAC7-1088-458D3F737218}"/>
              </a:ext>
            </a:extLst>
          </p:cNvPr>
          <p:cNvSpPr/>
          <p:nvPr/>
        </p:nvSpPr>
        <p:spPr>
          <a:xfrm>
            <a:off x="6731000" y="846746"/>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3038" y="36530"/>
                  <a:pt x="41453" y="-1917"/>
                  <a:pt x="97367" y="0"/>
                </a:cubicBezTo>
                <a:cubicBezTo>
                  <a:pt x="157572" y="-7337"/>
                  <a:pt x="203932" y="50601"/>
                  <a:pt x="194734" y="90312"/>
                </a:cubicBezTo>
                <a:cubicBezTo>
                  <a:pt x="182901" y="145105"/>
                  <a:pt x="151762" y="179386"/>
                  <a:pt x="97367" y="180624"/>
                </a:cubicBezTo>
                <a:cubicBezTo>
                  <a:pt x="50965" y="181272"/>
                  <a:pt x="-1547" y="150814"/>
                  <a:pt x="0" y="90312"/>
                </a:cubicBezTo>
                <a:close/>
              </a:path>
              <a:path w="194734" h="180624" stroke="0" extrusionOk="0">
                <a:moveTo>
                  <a:pt x="0" y="90312"/>
                </a:moveTo>
                <a:cubicBezTo>
                  <a:pt x="-2864" y="31444"/>
                  <a:pt x="35333" y="711"/>
                  <a:pt x="97367" y="0"/>
                </a:cubicBezTo>
                <a:cubicBezTo>
                  <a:pt x="144485" y="9273"/>
                  <a:pt x="190726" y="36221"/>
                  <a:pt x="194734" y="90312"/>
                </a:cubicBezTo>
                <a:cubicBezTo>
                  <a:pt x="199738" y="148649"/>
                  <a:pt x="156124" y="181967"/>
                  <a:pt x="97367" y="180624"/>
                </a:cubicBezTo>
                <a:cubicBezTo>
                  <a:pt x="39070" y="183763"/>
                  <a:pt x="-10555" y="130692"/>
                  <a:pt x="0" y="90312"/>
                </a:cubicBezTo>
                <a:close/>
              </a:path>
            </a:pathLst>
          </a:custGeom>
          <a:solidFill>
            <a:srgbClr val="9391FF"/>
          </a:solidFill>
          <a:ln>
            <a:solidFill>
              <a:srgbClr val="9391FF"/>
            </a:solidFill>
            <a:extLst>
              <a:ext uri="{C807C97D-BFC1-408E-A445-0C87EB9F89A2}">
                <ask:lineSketchStyleProps xmlns:ask="http://schemas.microsoft.com/office/drawing/2018/sketchyshapes" sd="3499211612">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D361063C-928E-1F23-D19C-F38093919080}"/>
              </a:ext>
            </a:extLst>
          </p:cNvPr>
          <p:cNvSpPr/>
          <p:nvPr/>
        </p:nvSpPr>
        <p:spPr>
          <a:xfrm>
            <a:off x="6730999" y="1059016"/>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8410" y="27382"/>
                  <a:pt x="40680" y="-1606"/>
                  <a:pt x="97367" y="0"/>
                </a:cubicBezTo>
                <a:cubicBezTo>
                  <a:pt x="143826" y="9689"/>
                  <a:pt x="190824" y="42687"/>
                  <a:pt x="194734" y="90312"/>
                </a:cubicBezTo>
                <a:cubicBezTo>
                  <a:pt x="190963" y="138341"/>
                  <a:pt x="153104" y="174465"/>
                  <a:pt x="97367" y="180624"/>
                </a:cubicBezTo>
                <a:cubicBezTo>
                  <a:pt x="40073" y="177161"/>
                  <a:pt x="5383" y="136941"/>
                  <a:pt x="0" y="90312"/>
                </a:cubicBezTo>
                <a:close/>
              </a:path>
              <a:path w="194734" h="180624" stroke="0" extrusionOk="0">
                <a:moveTo>
                  <a:pt x="0" y="90312"/>
                </a:moveTo>
                <a:cubicBezTo>
                  <a:pt x="-2100" y="46297"/>
                  <a:pt x="44281" y="10977"/>
                  <a:pt x="97367" y="0"/>
                </a:cubicBezTo>
                <a:cubicBezTo>
                  <a:pt x="161858" y="-1636"/>
                  <a:pt x="201035" y="39466"/>
                  <a:pt x="194734" y="90312"/>
                </a:cubicBezTo>
                <a:cubicBezTo>
                  <a:pt x="189706" y="147662"/>
                  <a:pt x="159174" y="168482"/>
                  <a:pt x="97367" y="180624"/>
                </a:cubicBezTo>
                <a:cubicBezTo>
                  <a:pt x="30460" y="184111"/>
                  <a:pt x="-164" y="137994"/>
                  <a:pt x="0" y="90312"/>
                </a:cubicBezTo>
                <a:close/>
              </a:path>
            </a:pathLst>
          </a:custGeom>
          <a:solidFill>
            <a:srgbClr val="6DB1FF"/>
          </a:solidFill>
          <a:ln>
            <a:solidFill>
              <a:srgbClr val="6DB1FF"/>
            </a:solidFill>
            <a:extLst>
              <a:ext uri="{C807C97D-BFC1-408E-A445-0C87EB9F89A2}">
                <ask:lineSketchStyleProps xmlns:ask="http://schemas.microsoft.com/office/drawing/2018/sketchyshapes" sd="283741067">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15297A0B-2578-A68F-2CC9-16674AD150B1}"/>
              </a:ext>
            </a:extLst>
          </p:cNvPr>
          <p:cNvSpPr/>
          <p:nvPr/>
        </p:nvSpPr>
        <p:spPr>
          <a:xfrm>
            <a:off x="6730999" y="1268021"/>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extrusionOk="0">
                <a:moveTo>
                  <a:pt x="0" y="90312"/>
                </a:moveTo>
                <a:cubicBezTo>
                  <a:pt x="5040" y="47238"/>
                  <a:pt x="45069" y="1086"/>
                  <a:pt x="97367" y="0"/>
                </a:cubicBezTo>
                <a:cubicBezTo>
                  <a:pt x="138455" y="-767"/>
                  <a:pt x="192413" y="53689"/>
                  <a:pt x="194734" y="90312"/>
                </a:cubicBezTo>
                <a:cubicBezTo>
                  <a:pt x="195360" y="124406"/>
                  <a:pt x="144262" y="173909"/>
                  <a:pt x="97367" y="180624"/>
                </a:cubicBezTo>
                <a:cubicBezTo>
                  <a:pt x="42243" y="179773"/>
                  <a:pt x="6167" y="139244"/>
                  <a:pt x="0" y="90312"/>
                </a:cubicBezTo>
                <a:close/>
              </a:path>
            </a:pathLst>
          </a:custGeom>
          <a:noFill/>
          <a:ln>
            <a:solidFill>
              <a:schemeClr val="accent1"/>
            </a:solidFill>
            <a:extLst>
              <a:ext uri="{C807C97D-BFC1-408E-A445-0C87EB9F89A2}">
                <ask:lineSketchStyleProps xmlns:ask="http://schemas.microsoft.com/office/drawing/2018/sketchyshapes" sd="1546443433">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a:extLst>
              <a:ext uri="{FF2B5EF4-FFF2-40B4-BE49-F238E27FC236}">
                <a16:creationId xmlns:a16="http://schemas.microsoft.com/office/drawing/2014/main" id="{EBC082AC-68A7-1468-EAC1-3694144169A6}"/>
              </a:ext>
            </a:extLst>
          </p:cNvPr>
          <p:cNvSpPr/>
          <p:nvPr/>
        </p:nvSpPr>
        <p:spPr>
          <a:xfrm>
            <a:off x="6730998" y="1486824"/>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4562" y="32093"/>
                  <a:pt x="37079" y="3020"/>
                  <a:pt x="97367" y="0"/>
                </a:cubicBezTo>
                <a:cubicBezTo>
                  <a:pt x="151934" y="-12489"/>
                  <a:pt x="196768" y="41155"/>
                  <a:pt x="194734" y="90312"/>
                </a:cubicBezTo>
                <a:cubicBezTo>
                  <a:pt x="191087" y="129678"/>
                  <a:pt x="161067" y="187961"/>
                  <a:pt x="97367" y="180624"/>
                </a:cubicBezTo>
                <a:cubicBezTo>
                  <a:pt x="42388" y="171961"/>
                  <a:pt x="-9046" y="137245"/>
                  <a:pt x="0" y="90312"/>
                </a:cubicBezTo>
                <a:close/>
              </a:path>
              <a:path w="194734" h="180624" stroke="0" extrusionOk="0">
                <a:moveTo>
                  <a:pt x="0" y="90312"/>
                </a:moveTo>
                <a:cubicBezTo>
                  <a:pt x="647" y="54220"/>
                  <a:pt x="31405" y="-2836"/>
                  <a:pt x="97367" y="0"/>
                </a:cubicBezTo>
                <a:cubicBezTo>
                  <a:pt x="156119" y="-18"/>
                  <a:pt x="204084" y="50640"/>
                  <a:pt x="194734" y="90312"/>
                </a:cubicBezTo>
                <a:cubicBezTo>
                  <a:pt x="205696" y="130280"/>
                  <a:pt x="143665" y="183681"/>
                  <a:pt x="97367" y="180624"/>
                </a:cubicBezTo>
                <a:cubicBezTo>
                  <a:pt x="54423" y="174813"/>
                  <a:pt x="1423" y="146612"/>
                  <a:pt x="0" y="90312"/>
                </a:cubicBezTo>
                <a:close/>
              </a:path>
            </a:pathLst>
          </a:custGeom>
          <a:solidFill>
            <a:srgbClr val="C3F7C8"/>
          </a:solidFill>
          <a:ln>
            <a:solidFill>
              <a:srgbClr val="C3F7C8"/>
            </a:solidFill>
            <a:extLst>
              <a:ext uri="{C807C97D-BFC1-408E-A445-0C87EB9F89A2}">
                <ask:lineSketchStyleProps xmlns:ask="http://schemas.microsoft.com/office/drawing/2018/sketchyshapes" sd="4220084008">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 25">
            <a:extLst>
              <a:ext uri="{FF2B5EF4-FFF2-40B4-BE49-F238E27FC236}">
                <a16:creationId xmlns:a16="http://schemas.microsoft.com/office/drawing/2014/main" id="{F61C0D50-11B0-7B08-8864-79179EDC93BA}"/>
              </a:ext>
            </a:extLst>
          </p:cNvPr>
          <p:cNvSpPr/>
          <p:nvPr/>
        </p:nvSpPr>
        <p:spPr>
          <a:xfrm>
            <a:off x="6730999" y="1695830"/>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479" y="37263"/>
                  <a:pt x="42209" y="-9044"/>
                  <a:pt x="97367" y="0"/>
                </a:cubicBezTo>
                <a:cubicBezTo>
                  <a:pt x="138307" y="4368"/>
                  <a:pt x="180489" y="41365"/>
                  <a:pt x="194734" y="90312"/>
                </a:cubicBezTo>
                <a:cubicBezTo>
                  <a:pt x="202825" y="145591"/>
                  <a:pt x="153211" y="175286"/>
                  <a:pt x="97367" y="180624"/>
                </a:cubicBezTo>
                <a:cubicBezTo>
                  <a:pt x="39850" y="180403"/>
                  <a:pt x="-9966" y="135249"/>
                  <a:pt x="0" y="90312"/>
                </a:cubicBezTo>
                <a:close/>
              </a:path>
              <a:path w="194734" h="180624" stroke="0" extrusionOk="0">
                <a:moveTo>
                  <a:pt x="0" y="90312"/>
                </a:moveTo>
                <a:cubicBezTo>
                  <a:pt x="3074" y="40171"/>
                  <a:pt x="49624" y="2587"/>
                  <a:pt x="97367" y="0"/>
                </a:cubicBezTo>
                <a:cubicBezTo>
                  <a:pt x="143854" y="7175"/>
                  <a:pt x="187793" y="38539"/>
                  <a:pt x="194734" y="90312"/>
                </a:cubicBezTo>
                <a:cubicBezTo>
                  <a:pt x="199424" y="137463"/>
                  <a:pt x="153058" y="178909"/>
                  <a:pt x="97367" y="180624"/>
                </a:cubicBezTo>
                <a:cubicBezTo>
                  <a:pt x="45007" y="180664"/>
                  <a:pt x="3811" y="142514"/>
                  <a:pt x="0" y="90312"/>
                </a:cubicBezTo>
                <a:close/>
              </a:path>
            </a:pathLst>
          </a:custGeom>
          <a:solidFill>
            <a:srgbClr val="FF80DF"/>
          </a:solidFill>
          <a:ln>
            <a:solidFill>
              <a:srgbClr val="FF80DF"/>
            </a:solidFill>
            <a:extLst>
              <a:ext uri="{C807C97D-BFC1-408E-A445-0C87EB9F89A2}">
                <ask:lineSketchStyleProps xmlns:ask="http://schemas.microsoft.com/office/drawing/2018/sketchyshapes" sd="3140710686">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val 27">
            <a:extLst>
              <a:ext uri="{FF2B5EF4-FFF2-40B4-BE49-F238E27FC236}">
                <a16:creationId xmlns:a16="http://schemas.microsoft.com/office/drawing/2014/main" id="{3FC65147-6E48-4110-2DBD-EE7273FE010A}"/>
              </a:ext>
            </a:extLst>
          </p:cNvPr>
          <p:cNvSpPr/>
          <p:nvPr/>
        </p:nvSpPr>
        <p:spPr>
          <a:xfrm>
            <a:off x="6731000" y="631209"/>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10009" y="50749"/>
                  <a:pt x="52153" y="7733"/>
                  <a:pt x="97367" y="0"/>
                </a:cubicBezTo>
                <a:cubicBezTo>
                  <a:pt x="151533" y="-2957"/>
                  <a:pt x="192578" y="37683"/>
                  <a:pt x="194734" y="90312"/>
                </a:cubicBezTo>
                <a:cubicBezTo>
                  <a:pt x="190200" y="130644"/>
                  <a:pt x="156540" y="171012"/>
                  <a:pt x="97367" y="180624"/>
                </a:cubicBezTo>
                <a:cubicBezTo>
                  <a:pt x="44043" y="184250"/>
                  <a:pt x="-4321" y="135792"/>
                  <a:pt x="0" y="90312"/>
                </a:cubicBezTo>
                <a:close/>
              </a:path>
              <a:path w="194734" h="180624" stroke="0" extrusionOk="0">
                <a:moveTo>
                  <a:pt x="0" y="90312"/>
                </a:moveTo>
                <a:cubicBezTo>
                  <a:pt x="-394" y="25977"/>
                  <a:pt x="43426" y="-2583"/>
                  <a:pt x="97367" y="0"/>
                </a:cubicBezTo>
                <a:cubicBezTo>
                  <a:pt x="150954" y="-7509"/>
                  <a:pt x="196063" y="33146"/>
                  <a:pt x="194734" y="90312"/>
                </a:cubicBezTo>
                <a:cubicBezTo>
                  <a:pt x="191196" y="125968"/>
                  <a:pt x="151281" y="182423"/>
                  <a:pt x="97367" y="180624"/>
                </a:cubicBezTo>
                <a:cubicBezTo>
                  <a:pt x="30187" y="179779"/>
                  <a:pt x="-469" y="129008"/>
                  <a:pt x="0" y="90312"/>
                </a:cubicBezTo>
                <a:close/>
              </a:path>
            </a:pathLst>
          </a:custGeom>
          <a:solidFill>
            <a:srgbClr val="FFE342"/>
          </a:solidFill>
          <a:ln>
            <a:solidFill>
              <a:srgbClr val="FFE342"/>
            </a:solidFill>
            <a:extLst>
              <a:ext uri="{C807C97D-BFC1-408E-A445-0C87EB9F89A2}">
                <ask:lineSketchStyleProps xmlns:ask="http://schemas.microsoft.com/office/drawing/2018/sketchyshapes" sd="1619771458">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 name="Google Shape;102;p21">
            <a:extLst>
              <a:ext uri="{FF2B5EF4-FFF2-40B4-BE49-F238E27FC236}">
                <a16:creationId xmlns:a16="http://schemas.microsoft.com/office/drawing/2014/main" id="{BEA8BBE5-6DFB-10B2-5E06-BD59EC4C5060}"/>
              </a:ext>
            </a:extLst>
          </p:cNvPr>
          <p:cNvSpPr txBox="1">
            <a:spLocks noGrp="1"/>
          </p:cNvSpPr>
          <p:nvPr>
            <p:ph type="title"/>
          </p:nvPr>
        </p:nvSpPr>
        <p:spPr>
          <a:xfrm>
            <a:off x="432572" y="476574"/>
            <a:ext cx="8520600" cy="572700"/>
          </a:xfrm>
          <a:prstGeom prst="rect">
            <a:avLst/>
          </a:prstGeom>
        </p:spPr>
        <p:txBody>
          <a:bodyPr spcFirstLastPara="1" wrap="square" lIns="91425" tIns="91425" rIns="91425" bIns="91425" anchor="t" anchorCtr="0">
            <a:normAutofit fontScale="90000"/>
          </a:bodyPr>
          <a:lstStyle/>
          <a:p>
            <a:r>
              <a:rPr lang="en" b="1">
                <a:solidFill>
                  <a:srgbClr val="0C5ADB"/>
                </a:solidFill>
                <a:latin typeface="Fairwater Script"/>
              </a:rPr>
              <a:t>Authentication Process Flow</a:t>
            </a:r>
            <a:endParaRPr lang="en-US" b="1">
              <a:solidFill>
                <a:srgbClr val="0C5ADB"/>
              </a:solidFill>
              <a:latin typeface="Fairwater Script"/>
            </a:endParaRPr>
          </a:p>
        </p:txBody>
      </p:sp>
      <p:sp>
        <p:nvSpPr>
          <p:cNvPr id="2" name="Slide Number Placeholder 1">
            <a:extLst>
              <a:ext uri="{FF2B5EF4-FFF2-40B4-BE49-F238E27FC236}">
                <a16:creationId xmlns:a16="http://schemas.microsoft.com/office/drawing/2014/main" id="{C302BFB4-AA32-009A-7349-365D4C28E963}"/>
              </a:ext>
            </a:extLst>
          </p:cNvPr>
          <p:cNvSpPr>
            <a:spLocks noGrp="1"/>
          </p:cNvSpPr>
          <p:nvPr>
            <p:ph type="sldNum" idx="12"/>
          </p:nvPr>
        </p:nvSpPr>
        <p:spPr>
          <a:xfrm>
            <a:off x="8565493" y="4696444"/>
            <a:ext cx="548700" cy="393600"/>
          </a:xfrm>
        </p:spPr>
        <p:txBody>
          <a:bodyPr/>
          <a:lstStyle/>
          <a:p>
            <a:fld id="{00000000-1234-1234-1234-123412341234}" type="slidenum">
              <a:rPr lang="en"/>
              <a:t>27</a:t>
            </a:fld>
            <a:endParaRPr lang="en-GB"/>
          </a:p>
        </p:txBody>
      </p:sp>
      <p:sp>
        <p:nvSpPr>
          <p:cNvPr id="11" name="Rectangle 10">
            <a:extLst>
              <a:ext uri="{FF2B5EF4-FFF2-40B4-BE49-F238E27FC236}">
                <a16:creationId xmlns:a16="http://schemas.microsoft.com/office/drawing/2014/main" id="{8C33E651-5126-5579-D9C2-F175684FFEE8}"/>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19D18422-5546-915E-4977-58CA10FD33C4}"/>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
        <p:nvSpPr>
          <p:cNvPr id="13" name="Oval 12">
            <a:extLst>
              <a:ext uri="{FF2B5EF4-FFF2-40B4-BE49-F238E27FC236}">
                <a16:creationId xmlns:a16="http://schemas.microsoft.com/office/drawing/2014/main" id="{593D46BD-A350-4F4A-9B7F-79BAB46F7C91}"/>
              </a:ext>
            </a:extLst>
          </p:cNvPr>
          <p:cNvSpPr/>
          <p:nvPr/>
        </p:nvSpPr>
        <p:spPr>
          <a:xfrm>
            <a:off x="6730999" y="1900707"/>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479" y="37263"/>
                  <a:pt x="42209" y="-9044"/>
                  <a:pt x="97367" y="0"/>
                </a:cubicBezTo>
                <a:cubicBezTo>
                  <a:pt x="138307" y="4368"/>
                  <a:pt x="180489" y="41365"/>
                  <a:pt x="194734" y="90312"/>
                </a:cubicBezTo>
                <a:cubicBezTo>
                  <a:pt x="202825" y="145591"/>
                  <a:pt x="153211" y="175286"/>
                  <a:pt x="97367" y="180624"/>
                </a:cubicBezTo>
                <a:cubicBezTo>
                  <a:pt x="39850" y="180403"/>
                  <a:pt x="-9966" y="135249"/>
                  <a:pt x="0" y="90312"/>
                </a:cubicBezTo>
                <a:close/>
              </a:path>
              <a:path w="194734" h="180624" stroke="0" extrusionOk="0">
                <a:moveTo>
                  <a:pt x="0" y="90312"/>
                </a:moveTo>
                <a:cubicBezTo>
                  <a:pt x="3074" y="40171"/>
                  <a:pt x="49624" y="2587"/>
                  <a:pt x="97367" y="0"/>
                </a:cubicBezTo>
                <a:cubicBezTo>
                  <a:pt x="143854" y="7175"/>
                  <a:pt x="187793" y="38539"/>
                  <a:pt x="194734" y="90312"/>
                </a:cubicBezTo>
                <a:cubicBezTo>
                  <a:pt x="199424" y="137463"/>
                  <a:pt x="153058" y="178909"/>
                  <a:pt x="97367" y="180624"/>
                </a:cubicBezTo>
                <a:cubicBezTo>
                  <a:pt x="45007" y="180664"/>
                  <a:pt x="3811" y="142514"/>
                  <a:pt x="0" y="90312"/>
                </a:cubicBezTo>
                <a:close/>
              </a:path>
            </a:pathLst>
          </a:custGeom>
          <a:solidFill>
            <a:srgbClr val="FC9432"/>
          </a:solidFill>
          <a:ln>
            <a:solidFill>
              <a:srgbClr val="FC9432"/>
            </a:solidFill>
            <a:extLst>
              <a:ext uri="{C807C97D-BFC1-408E-A445-0C87EB9F89A2}">
                <ask:lineSketchStyleProps xmlns:ask="http://schemas.microsoft.com/office/drawing/2018/sketchyshapes" sd="3140710686">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70DE540F-5A3E-6D60-3286-F9D933CC5B54}"/>
              </a:ext>
            </a:extLst>
          </p:cNvPr>
          <p:cNvSpPr/>
          <p:nvPr/>
        </p:nvSpPr>
        <p:spPr>
          <a:xfrm>
            <a:off x="6730999" y="2105584"/>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479" y="37263"/>
                  <a:pt x="42209" y="-9044"/>
                  <a:pt x="97367" y="0"/>
                </a:cubicBezTo>
                <a:cubicBezTo>
                  <a:pt x="138307" y="4368"/>
                  <a:pt x="180489" y="41365"/>
                  <a:pt x="194734" y="90312"/>
                </a:cubicBezTo>
                <a:cubicBezTo>
                  <a:pt x="202825" y="145591"/>
                  <a:pt x="153211" y="175286"/>
                  <a:pt x="97367" y="180624"/>
                </a:cubicBezTo>
                <a:cubicBezTo>
                  <a:pt x="39850" y="180403"/>
                  <a:pt x="-9966" y="135249"/>
                  <a:pt x="0" y="90312"/>
                </a:cubicBezTo>
                <a:close/>
              </a:path>
              <a:path w="194734" h="180624" stroke="0" extrusionOk="0">
                <a:moveTo>
                  <a:pt x="0" y="90312"/>
                </a:moveTo>
                <a:cubicBezTo>
                  <a:pt x="3074" y="40171"/>
                  <a:pt x="49624" y="2587"/>
                  <a:pt x="97367" y="0"/>
                </a:cubicBezTo>
                <a:cubicBezTo>
                  <a:pt x="143854" y="7175"/>
                  <a:pt x="187793" y="38539"/>
                  <a:pt x="194734" y="90312"/>
                </a:cubicBezTo>
                <a:cubicBezTo>
                  <a:pt x="199424" y="137463"/>
                  <a:pt x="153058" y="178909"/>
                  <a:pt x="97367" y="180624"/>
                </a:cubicBezTo>
                <a:cubicBezTo>
                  <a:pt x="45007" y="180664"/>
                  <a:pt x="3811" y="142514"/>
                  <a:pt x="0" y="90312"/>
                </a:cubicBezTo>
                <a:close/>
              </a:path>
            </a:pathLst>
          </a:custGeom>
          <a:solidFill>
            <a:srgbClr val="00C2A8"/>
          </a:solidFill>
          <a:ln>
            <a:solidFill>
              <a:srgbClr val="00C2A8"/>
            </a:solidFill>
            <a:extLst>
              <a:ext uri="{C807C97D-BFC1-408E-A445-0C87EB9F89A2}">
                <ask:lineSketchStyleProps xmlns:ask="http://schemas.microsoft.com/office/drawing/2018/sketchyshapes" sd="3140710686">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3" name="Graphic 5">
            <a:extLst>
              <a:ext uri="{FF2B5EF4-FFF2-40B4-BE49-F238E27FC236}">
                <a16:creationId xmlns:a16="http://schemas.microsoft.com/office/drawing/2014/main" id="{DD3D2DA8-80E2-6338-386D-8FD8202F2A4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0687" y="847475"/>
            <a:ext cx="5990491" cy="3544307"/>
          </a:xfrm>
          <a:prstGeom prst="rect">
            <a:avLst/>
          </a:prstGeom>
        </p:spPr>
      </p:pic>
    </p:spTree>
    <p:extLst>
      <p:ext uri="{BB962C8B-B14F-4D97-AF65-F5344CB8AC3E}">
        <p14:creationId xmlns:p14="http://schemas.microsoft.com/office/powerpoint/2010/main" val="22304662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65">
          <a:extLst>
            <a:ext uri="{FF2B5EF4-FFF2-40B4-BE49-F238E27FC236}">
              <a16:creationId xmlns:a16="http://schemas.microsoft.com/office/drawing/2014/main" id="{F91DEA8D-90F3-373E-A241-2C239F2C9B36}"/>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9CDF1CAF-A8EB-75CD-FF5E-D1C8D68D4142}"/>
              </a:ext>
            </a:extLst>
          </p:cNvPr>
          <p:cNvGrpSpPr/>
          <p:nvPr/>
        </p:nvGrpSpPr>
        <p:grpSpPr>
          <a:xfrm>
            <a:off x="1262" y="-142"/>
            <a:ext cx="9146016" cy="5141405"/>
            <a:chOff x="1263" y="-142"/>
            <a:chExt cx="10058400" cy="914401"/>
          </a:xfrm>
        </p:grpSpPr>
        <p:sp>
          <p:nvSpPr>
            <p:cNvPr id="3" name="Rectangle 2">
              <a:extLst>
                <a:ext uri="{FF2B5EF4-FFF2-40B4-BE49-F238E27FC236}">
                  <a16:creationId xmlns:a16="http://schemas.microsoft.com/office/drawing/2014/main" id="{1E5E2E98-46D5-F467-9BDA-DCB9C63A2DD0}"/>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87BE35D9-62C3-CC07-C28B-FF934D466ACB}"/>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0F9D6E05-39DF-B888-8496-5DE0A71F1E01}"/>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0AA148BC-89CA-8F76-9F8C-F227F67F060C}"/>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D3FE62D3-B5F5-29C6-9295-B7E6C4DF6046}"/>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C69ACAE0-1A84-57CC-E69E-0851134B9B16}"/>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Rectangle 10">
            <a:extLst>
              <a:ext uri="{FF2B5EF4-FFF2-40B4-BE49-F238E27FC236}">
                <a16:creationId xmlns:a16="http://schemas.microsoft.com/office/drawing/2014/main" id="{15E584CB-1491-5DAF-4911-0CC9B6AA84AF}"/>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0EC0CE43-557A-4AEC-A7B4-61103A0CAA43}"/>
              </a:ext>
            </a:extLst>
          </p:cNvPr>
          <p:cNvSpPr/>
          <p:nvPr/>
        </p:nvSpPr>
        <p:spPr>
          <a:xfrm>
            <a:off x="454139" y="341831"/>
            <a:ext cx="8237349" cy="4062493"/>
          </a:xfrm>
          <a:prstGeom prst="rect">
            <a:avLst/>
          </a:prstGeom>
          <a:solidFill>
            <a:srgbClr val="126E2A"/>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Google Shape;66;p15">
            <a:extLst>
              <a:ext uri="{FF2B5EF4-FFF2-40B4-BE49-F238E27FC236}">
                <a16:creationId xmlns:a16="http://schemas.microsoft.com/office/drawing/2014/main" id="{C99092A1-D5BB-6329-5FF9-C4C87D31DCC8}"/>
              </a:ext>
            </a:extLst>
          </p:cNvPr>
          <p:cNvSpPr txBox="1">
            <a:spLocks noGrp="1"/>
          </p:cNvSpPr>
          <p:nvPr>
            <p:ph type="title"/>
          </p:nvPr>
        </p:nvSpPr>
        <p:spPr>
          <a:xfrm>
            <a:off x="440509" y="454872"/>
            <a:ext cx="8520600" cy="572700"/>
          </a:xfrm>
          <a:prstGeom prst="rect">
            <a:avLst/>
          </a:prstGeom>
        </p:spPr>
        <p:txBody>
          <a:bodyPr spcFirstLastPara="1" wrap="square" lIns="91425" tIns="91425" rIns="91425" bIns="91425" anchor="t" anchorCtr="0">
            <a:normAutofit fontScale="90000"/>
          </a:bodyPr>
          <a:lstStyle/>
          <a:p>
            <a:r>
              <a:rPr lang="en">
                <a:solidFill>
                  <a:schemeClr val="accent6">
                    <a:lumMod val="20000"/>
                    <a:lumOff val="80000"/>
                  </a:schemeClr>
                </a:solidFill>
                <a:latin typeface="Fairwater Script"/>
              </a:rPr>
              <a:t>Assignment Management Algorithm</a:t>
            </a:r>
            <a:br>
              <a:rPr lang="en">
                <a:latin typeface="Fairwater Script"/>
              </a:rPr>
            </a:br>
            <a:br>
              <a:rPr lang="en">
                <a:latin typeface="Fairwater Script"/>
              </a:rPr>
            </a:br>
            <a:endParaRPr lang="en-US"/>
          </a:p>
        </p:txBody>
      </p:sp>
      <p:sp>
        <p:nvSpPr>
          <p:cNvPr id="2" name="Slide Number Placeholder 1">
            <a:extLst>
              <a:ext uri="{FF2B5EF4-FFF2-40B4-BE49-F238E27FC236}">
                <a16:creationId xmlns:a16="http://schemas.microsoft.com/office/drawing/2014/main" id="{F05ADA71-1E85-7837-C5B4-9D6A43571A24}"/>
              </a:ext>
            </a:extLst>
          </p:cNvPr>
          <p:cNvSpPr>
            <a:spLocks noGrp="1"/>
          </p:cNvSpPr>
          <p:nvPr>
            <p:ph type="sldNum" idx="12"/>
          </p:nvPr>
        </p:nvSpPr>
        <p:spPr>
          <a:xfrm>
            <a:off x="8595439" y="4750027"/>
            <a:ext cx="548700" cy="393600"/>
          </a:xfrm>
        </p:spPr>
        <p:txBody>
          <a:bodyPr/>
          <a:lstStyle/>
          <a:p>
            <a:fld id="{00000000-1234-1234-1234-123412341234}" type="slidenum">
              <a:rPr lang="en"/>
              <a:t>28</a:t>
            </a:fld>
            <a:endParaRPr lang="en-GB"/>
          </a:p>
        </p:txBody>
      </p:sp>
      <p:sp>
        <p:nvSpPr>
          <p:cNvPr id="12" name="Rectangle 11">
            <a:extLst>
              <a:ext uri="{FF2B5EF4-FFF2-40B4-BE49-F238E27FC236}">
                <a16:creationId xmlns:a16="http://schemas.microsoft.com/office/drawing/2014/main" id="{7862BE7B-2F52-DB50-84EC-955294C59324}"/>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3299D55D-8C37-4D9B-505A-87A0A7619B83}"/>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
        <p:nvSpPr>
          <p:cNvPr id="15" name="Text Placeholder 2">
            <a:extLst>
              <a:ext uri="{FF2B5EF4-FFF2-40B4-BE49-F238E27FC236}">
                <a16:creationId xmlns:a16="http://schemas.microsoft.com/office/drawing/2014/main" id="{4E01E76C-0763-F26E-3582-E11895DE61F4}"/>
              </a:ext>
            </a:extLst>
          </p:cNvPr>
          <p:cNvSpPr>
            <a:spLocks noGrp="1"/>
          </p:cNvSpPr>
          <p:nvPr>
            <p:ph type="body" idx="1"/>
          </p:nvPr>
        </p:nvSpPr>
        <p:spPr>
          <a:xfrm>
            <a:off x="85370" y="879221"/>
            <a:ext cx="8234850" cy="3485905"/>
          </a:xfrm>
        </p:spPr>
        <p:txBody>
          <a:bodyPr>
            <a:normAutofit fontScale="92500"/>
          </a:bodyPr>
          <a:lstStyle/>
          <a:p>
            <a:pPr marL="800100">
              <a:lnSpc>
                <a:spcPct val="110000"/>
              </a:lnSpc>
              <a:buClr>
                <a:schemeClr val="accent6">
                  <a:lumMod val="20000"/>
                  <a:lumOff val="80000"/>
                </a:schemeClr>
              </a:buClr>
              <a:buAutoNum type="arabicPeriod"/>
            </a:pPr>
            <a:r>
              <a:rPr lang="en-US">
                <a:solidFill>
                  <a:srgbClr val="FBFFD9"/>
                </a:solidFill>
                <a:latin typeface="Calibri"/>
                <a:ea typeface="Calibri"/>
                <a:cs typeface="Calibri"/>
              </a:rPr>
              <a:t>An assignment is delivered for parsing.</a:t>
            </a:r>
          </a:p>
          <a:p>
            <a:pPr marL="800100">
              <a:lnSpc>
                <a:spcPct val="110000"/>
              </a:lnSpc>
              <a:buClr>
                <a:srgbClr val="FCFFD9"/>
              </a:buClr>
              <a:buAutoNum type="arabicPeriod"/>
            </a:pPr>
            <a:r>
              <a:rPr lang="en-US">
                <a:solidFill>
                  <a:srgbClr val="FBFFD9"/>
                </a:solidFill>
                <a:latin typeface="Calibri"/>
                <a:ea typeface="Calibri"/>
                <a:cs typeface="Calibri"/>
              </a:rPr>
              <a:t>The assignment is converted into plain text.</a:t>
            </a:r>
          </a:p>
          <a:p>
            <a:pPr marL="800100">
              <a:lnSpc>
                <a:spcPct val="110000"/>
              </a:lnSpc>
              <a:buClr>
                <a:srgbClr val="FCFFD9"/>
              </a:buClr>
              <a:buAutoNum type="arabicPeriod"/>
            </a:pPr>
            <a:r>
              <a:rPr lang="en-US">
                <a:solidFill>
                  <a:srgbClr val="FBFFD9"/>
                </a:solidFill>
                <a:latin typeface="Calibri"/>
                <a:ea typeface="Calibri"/>
                <a:cs typeface="Calibri"/>
              </a:rPr>
              <a:t>The assignment and solution are delivered to the LLM with the appropriate command prompt.</a:t>
            </a:r>
          </a:p>
          <a:p>
            <a:pPr marL="1257300" lvl="1">
              <a:lnSpc>
                <a:spcPct val="110000"/>
              </a:lnSpc>
              <a:buClr>
                <a:srgbClr val="FCFFD9"/>
              </a:buClr>
              <a:buSzPts val="1800"/>
              <a:buFont typeface="Courier New"/>
              <a:buChar char="o"/>
            </a:pPr>
            <a:r>
              <a:rPr lang="en-US">
                <a:solidFill>
                  <a:srgbClr val="FBFFD9"/>
                </a:solidFill>
                <a:latin typeface="Calibri"/>
                <a:ea typeface="Calibri"/>
                <a:cs typeface="Calibri"/>
              </a:rPr>
              <a:t>This command prompt will request the LLM break down the assignment into individual questions.</a:t>
            </a:r>
          </a:p>
          <a:p>
            <a:pPr marL="800100">
              <a:lnSpc>
                <a:spcPct val="110000"/>
              </a:lnSpc>
              <a:buClr>
                <a:srgbClr val="FCFFD9"/>
              </a:buClr>
              <a:buAutoNum type="arabicPeriod"/>
            </a:pPr>
            <a:r>
              <a:rPr lang="en-US">
                <a:solidFill>
                  <a:srgbClr val="FBFFD9"/>
                </a:solidFill>
                <a:latin typeface="Calibri"/>
                <a:ea typeface="Calibri"/>
                <a:cs typeface="Calibri"/>
              </a:rPr>
              <a:t>The LLM breaks the assignment down into its individual questions.</a:t>
            </a:r>
          </a:p>
          <a:p>
            <a:pPr marL="1257300" lvl="1">
              <a:lnSpc>
                <a:spcPct val="110000"/>
              </a:lnSpc>
              <a:buClr>
                <a:srgbClr val="FCFFD9"/>
              </a:buClr>
              <a:buSzPts val="1800"/>
              <a:buFont typeface="Courier New"/>
              <a:buChar char="o"/>
            </a:pPr>
            <a:r>
              <a:rPr lang="en-US">
                <a:solidFill>
                  <a:srgbClr val="FBFFD9"/>
                </a:solidFill>
                <a:latin typeface="Calibri"/>
                <a:ea typeface="Calibri"/>
                <a:cs typeface="Calibri"/>
              </a:rPr>
              <a:t>Multi-step questions will be treated as individual questions with related information copied to each.</a:t>
            </a:r>
          </a:p>
          <a:p>
            <a:pPr marL="800100">
              <a:lnSpc>
                <a:spcPct val="110000"/>
              </a:lnSpc>
              <a:buClr>
                <a:srgbClr val="FCFFD9"/>
              </a:buClr>
              <a:buSzPts val="1400"/>
              <a:buAutoNum type="arabicPeriod"/>
            </a:pPr>
            <a:r>
              <a:rPr lang="en-US">
                <a:solidFill>
                  <a:srgbClr val="FBFFD9"/>
                </a:solidFill>
                <a:latin typeface="Calibri"/>
                <a:ea typeface="Calibri"/>
                <a:cs typeface="Calibri"/>
              </a:rPr>
              <a:t>The LLM matches each solution to its respective question.</a:t>
            </a:r>
          </a:p>
          <a:p>
            <a:pPr marL="800100">
              <a:lnSpc>
                <a:spcPct val="110000"/>
              </a:lnSpc>
              <a:buClr>
                <a:srgbClr val="FCFFD9"/>
              </a:buClr>
              <a:buSzPts val="1400"/>
              <a:buAutoNum type="arabicPeriod"/>
            </a:pPr>
            <a:r>
              <a:rPr lang="en-US">
                <a:solidFill>
                  <a:srgbClr val="FBFFD9"/>
                </a:solidFill>
                <a:latin typeface="Calibri"/>
                <a:ea typeface="Calibri"/>
                <a:cs typeface="Calibri"/>
              </a:rPr>
              <a:t>The LLM returns the Question-Solution pairs produced in original order.</a:t>
            </a:r>
          </a:p>
          <a:p>
            <a:pPr marL="800100">
              <a:lnSpc>
                <a:spcPct val="110000"/>
              </a:lnSpc>
              <a:buClr>
                <a:srgbClr val="FCFFD9"/>
              </a:buClr>
              <a:buSzPts val="1400"/>
              <a:buAutoNum type="arabicPeriod"/>
            </a:pPr>
            <a:r>
              <a:rPr lang="en-US">
                <a:solidFill>
                  <a:srgbClr val="FBFFD9"/>
                </a:solidFill>
                <a:latin typeface="Calibri"/>
                <a:ea typeface="Calibri"/>
                <a:cs typeface="Calibri"/>
              </a:rPr>
              <a:t>Question-Solution pairs are stored in the database by assignment ID and question number for easy reference.</a:t>
            </a:r>
          </a:p>
          <a:p>
            <a:pPr marL="800100">
              <a:lnSpc>
                <a:spcPct val="110000"/>
              </a:lnSpc>
              <a:buClr>
                <a:srgbClr val="FCFFD9"/>
              </a:buClr>
              <a:buAutoNum type="arabicPeriod"/>
            </a:pPr>
            <a:endParaRPr lang="en-US">
              <a:solidFill>
                <a:srgbClr val="FBFFD9"/>
              </a:solidFill>
              <a:latin typeface="Calibri"/>
              <a:ea typeface="Calibri"/>
              <a:cs typeface="Calibri"/>
            </a:endParaRPr>
          </a:p>
          <a:p>
            <a:pPr marL="800100">
              <a:lnSpc>
                <a:spcPct val="110000"/>
              </a:lnSpc>
              <a:buClr>
                <a:srgbClr val="FCFFD9"/>
              </a:buClr>
              <a:buAutoNum type="arabicPeriod"/>
            </a:pPr>
            <a:endParaRPr lang="en-US">
              <a:solidFill>
                <a:srgbClr val="FBFFD9"/>
              </a:solidFill>
              <a:latin typeface="Calibri"/>
              <a:ea typeface="Calibri"/>
              <a:cs typeface="Calibri"/>
            </a:endParaRPr>
          </a:p>
          <a:p>
            <a:pPr marL="800100">
              <a:lnSpc>
                <a:spcPct val="110000"/>
              </a:lnSpc>
              <a:buClr>
                <a:srgbClr val="FCFFD9"/>
              </a:buClr>
              <a:buAutoNum type="arabicPeriod"/>
            </a:pPr>
            <a:endParaRPr lang="en-US">
              <a:solidFill>
                <a:srgbClr val="FBFFD9"/>
              </a:solidFill>
              <a:latin typeface="Calibri"/>
              <a:ea typeface="Calibri"/>
              <a:cs typeface="Calibri"/>
            </a:endParaRPr>
          </a:p>
          <a:p>
            <a:pPr marL="114300" indent="0">
              <a:lnSpc>
                <a:spcPct val="110000"/>
              </a:lnSpc>
              <a:buClr>
                <a:srgbClr val="595959"/>
              </a:buClr>
              <a:buNone/>
            </a:pPr>
            <a:endParaRPr lang="en-US">
              <a:solidFill>
                <a:srgbClr val="595959"/>
              </a:solidFill>
              <a:ea typeface="Calibri"/>
            </a:endParaRPr>
          </a:p>
        </p:txBody>
      </p:sp>
    </p:spTree>
    <p:extLst>
      <p:ext uri="{BB962C8B-B14F-4D97-AF65-F5344CB8AC3E}">
        <p14:creationId xmlns:p14="http://schemas.microsoft.com/office/powerpoint/2010/main" val="2188410867"/>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101">
          <a:extLst>
            <a:ext uri="{FF2B5EF4-FFF2-40B4-BE49-F238E27FC236}">
              <a16:creationId xmlns:a16="http://schemas.microsoft.com/office/drawing/2014/main" id="{196ABF74-8CCB-8DFD-8F7B-CD623767239A}"/>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38E0E242-693B-22A3-138C-09D03C5FB6B4}"/>
              </a:ext>
            </a:extLst>
          </p:cNvPr>
          <p:cNvGrpSpPr/>
          <p:nvPr/>
        </p:nvGrpSpPr>
        <p:grpSpPr>
          <a:xfrm>
            <a:off x="1261" y="3346"/>
            <a:ext cx="9146016" cy="5141405"/>
            <a:chOff x="1263" y="-142"/>
            <a:chExt cx="10058400" cy="914401"/>
          </a:xfrm>
        </p:grpSpPr>
        <p:sp>
          <p:nvSpPr>
            <p:cNvPr id="4" name="Rectangle 3">
              <a:extLst>
                <a:ext uri="{FF2B5EF4-FFF2-40B4-BE49-F238E27FC236}">
                  <a16:creationId xmlns:a16="http://schemas.microsoft.com/office/drawing/2014/main" id="{86A70ADD-7AEA-DED9-7A71-8FD0043DB84C}"/>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58F0196-F52B-029E-68C0-EFDAFAE88F2D}"/>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5D407701-1491-F1FC-6944-E77D7229A635}"/>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4454874F-275F-96E5-7782-616DDFC6E410}"/>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8FAE8A7F-B617-9008-AA3A-C19B3179B821}"/>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5FE8DD2F-1F6D-3584-1869-31CD6ADCF4FB}"/>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2" name="Rectangle 11">
            <a:extLst>
              <a:ext uri="{FF2B5EF4-FFF2-40B4-BE49-F238E27FC236}">
                <a16:creationId xmlns:a16="http://schemas.microsoft.com/office/drawing/2014/main" id="{9D90152F-D3E9-8C44-E94F-0209B960BF86}"/>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88A6242E-3256-B4FD-9537-E4DE9458F8BE}"/>
              </a:ext>
            </a:extLst>
          </p:cNvPr>
          <p:cNvSpPr/>
          <p:nvPr/>
        </p:nvSpPr>
        <p:spPr>
          <a:xfrm>
            <a:off x="454139" y="341831"/>
            <a:ext cx="8237349" cy="4062493"/>
          </a:xfrm>
          <a:prstGeom prst="rect">
            <a:avLst/>
          </a:prstGeom>
          <a:solidFill>
            <a:schemeClr val="bg1"/>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CA061DB0-34CF-FB99-FE56-D5894D850DB4}"/>
              </a:ext>
            </a:extLst>
          </p:cNvPr>
          <p:cNvSpPr txBox="1"/>
          <p:nvPr/>
        </p:nvSpPr>
        <p:spPr>
          <a:xfrm>
            <a:off x="6893277" y="338666"/>
            <a:ext cx="1797755"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b="1">
                <a:solidFill>
                  <a:schemeClr val="accent1">
                    <a:lumMod val="76000"/>
                  </a:schemeClr>
                </a:solidFill>
                <a:latin typeface="Calibri"/>
              </a:rPr>
              <a:t>Key</a:t>
            </a:r>
          </a:p>
          <a:p>
            <a:r>
              <a:rPr lang="en-GB" b="1">
                <a:solidFill>
                  <a:schemeClr val="accent1">
                    <a:lumMod val="76000"/>
                  </a:schemeClr>
                </a:solidFill>
                <a:latin typeface="Calibri"/>
              </a:rPr>
              <a:t>- Start Point</a:t>
            </a:r>
          </a:p>
          <a:p>
            <a:r>
              <a:rPr lang="en-GB" b="1">
                <a:solidFill>
                  <a:schemeClr val="accent1">
                    <a:lumMod val="76000"/>
                  </a:schemeClr>
                </a:solidFill>
                <a:latin typeface="Calibri"/>
              </a:rPr>
              <a:t>- Scenario</a:t>
            </a:r>
          </a:p>
          <a:p>
            <a:r>
              <a:rPr lang="en-GB" b="1">
                <a:solidFill>
                  <a:schemeClr val="accent1">
                    <a:lumMod val="76000"/>
                  </a:schemeClr>
                </a:solidFill>
                <a:latin typeface="Calibri"/>
              </a:rPr>
              <a:t>- Event</a:t>
            </a:r>
          </a:p>
          <a:p>
            <a:r>
              <a:rPr lang="en-GB" b="1">
                <a:solidFill>
                  <a:schemeClr val="accent1">
                    <a:lumMod val="76000"/>
                  </a:schemeClr>
                </a:solidFill>
                <a:latin typeface="Calibri"/>
              </a:rPr>
              <a:t>- Decision</a:t>
            </a:r>
          </a:p>
          <a:p>
            <a:r>
              <a:rPr lang="en-GB" b="1">
                <a:solidFill>
                  <a:schemeClr val="accent1">
                    <a:lumMod val="76000"/>
                  </a:schemeClr>
                </a:solidFill>
                <a:latin typeface="Calibri"/>
              </a:rPr>
              <a:t>- Outcome</a:t>
            </a:r>
          </a:p>
          <a:p>
            <a:r>
              <a:rPr lang="en-GB" b="1">
                <a:solidFill>
                  <a:schemeClr val="accent1">
                    <a:lumMod val="76000"/>
                  </a:schemeClr>
                </a:solidFill>
                <a:latin typeface="Calibri"/>
              </a:rPr>
              <a:t>- External Data</a:t>
            </a:r>
          </a:p>
          <a:p>
            <a:r>
              <a:rPr lang="en-GB" b="1">
                <a:solidFill>
                  <a:schemeClr val="accent1">
                    <a:lumMod val="76000"/>
                  </a:schemeClr>
                </a:solidFill>
                <a:latin typeface="Calibri"/>
              </a:rPr>
              <a:t>- Database</a:t>
            </a:r>
            <a:br>
              <a:rPr lang="en-GB" b="1">
                <a:solidFill>
                  <a:schemeClr val="accent1">
                    <a:lumMod val="76000"/>
                  </a:schemeClr>
                </a:solidFill>
                <a:latin typeface="Calibri"/>
              </a:rPr>
            </a:br>
            <a:r>
              <a:rPr lang="en-GB" b="1">
                <a:solidFill>
                  <a:schemeClr val="accent1">
                    <a:lumMod val="76000"/>
                  </a:schemeClr>
                </a:solidFill>
                <a:latin typeface="Calibri"/>
              </a:rPr>
              <a:t>- </a:t>
            </a:r>
            <a:r>
              <a:rPr lang="en-GB" b="1">
                <a:solidFill>
                  <a:schemeClr val="accent1">
                    <a:lumMod val="76000"/>
                  </a:schemeClr>
                </a:solidFill>
                <a:latin typeface="Calibri"/>
                <a:ea typeface="Calibri"/>
                <a:cs typeface="Calibri"/>
              </a:rPr>
              <a:t>External Process</a:t>
            </a:r>
          </a:p>
        </p:txBody>
      </p:sp>
      <p:sp>
        <p:nvSpPr>
          <p:cNvPr id="18" name="Oval 17">
            <a:extLst>
              <a:ext uri="{FF2B5EF4-FFF2-40B4-BE49-F238E27FC236}">
                <a16:creationId xmlns:a16="http://schemas.microsoft.com/office/drawing/2014/main" id="{DB88AF7E-5751-CBEC-8549-8B4EFB72B7E7}"/>
              </a:ext>
            </a:extLst>
          </p:cNvPr>
          <p:cNvSpPr/>
          <p:nvPr/>
        </p:nvSpPr>
        <p:spPr>
          <a:xfrm>
            <a:off x="6731000" y="846746"/>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3038" y="36530"/>
                  <a:pt x="41453" y="-1917"/>
                  <a:pt x="97367" y="0"/>
                </a:cubicBezTo>
                <a:cubicBezTo>
                  <a:pt x="157572" y="-7337"/>
                  <a:pt x="203932" y="50601"/>
                  <a:pt x="194734" y="90312"/>
                </a:cubicBezTo>
                <a:cubicBezTo>
                  <a:pt x="182901" y="145105"/>
                  <a:pt x="151762" y="179386"/>
                  <a:pt x="97367" y="180624"/>
                </a:cubicBezTo>
                <a:cubicBezTo>
                  <a:pt x="50965" y="181272"/>
                  <a:pt x="-1547" y="150814"/>
                  <a:pt x="0" y="90312"/>
                </a:cubicBezTo>
                <a:close/>
              </a:path>
              <a:path w="194734" h="180624" stroke="0" extrusionOk="0">
                <a:moveTo>
                  <a:pt x="0" y="90312"/>
                </a:moveTo>
                <a:cubicBezTo>
                  <a:pt x="-2864" y="31444"/>
                  <a:pt x="35333" y="711"/>
                  <a:pt x="97367" y="0"/>
                </a:cubicBezTo>
                <a:cubicBezTo>
                  <a:pt x="144485" y="9273"/>
                  <a:pt x="190726" y="36221"/>
                  <a:pt x="194734" y="90312"/>
                </a:cubicBezTo>
                <a:cubicBezTo>
                  <a:pt x="199738" y="148649"/>
                  <a:pt x="156124" y="181967"/>
                  <a:pt x="97367" y="180624"/>
                </a:cubicBezTo>
                <a:cubicBezTo>
                  <a:pt x="39070" y="183763"/>
                  <a:pt x="-10555" y="130692"/>
                  <a:pt x="0" y="90312"/>
                </a:cubicBezTo>
                <a:close/>
              </a:path>
            </a:pathLst>
          </a:custGeom>
          <a:solidFill>
            <a:srgbClr val="9391FF"/>
          </a:solidFill>
          <a:ln>
            <a:solidFill>
              <a:srgbClr val="9391FF"/>
            </a:solidFill>
            <a:extLst>
              <a:ext uri="{C807C97D-BFC1-408E-A445-0C87EB9F89A2}">
                <ask:lineSketchStyleProps xmlns:ask="http://schemas.microsoft.com/office/drawing/2018/sketchyshapes" sd="3499211612">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2A96B7B5-8A32-3A15-C78B-B7644BD471A9}"/>
              </a:ext>
            </a:extLst>
          </p:cNvPr>
          <p:cNvSpPr/>
          <p:nvPr/>
        </p:nvSpPr>
        <p:spPr>
          <a:xfrm>
            <a:off x="6730999" y="1059016"/>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8410" y="27382"/>
                  <a:pt x="40680" y="-1606"/>
                  <a:pt x="97367" y="0"/>
                </a:cubicBezTo>
                <a:cubicBezTo>
                  <a:pt x="143826" y="9689"/>
                  <a:pt x="190824" y="42687"/>
                  <a:pt x="194734" y="90312"/>
                </a:cubicBezTo>
                <a:cubicBezTo>
                  <a:pt x="190963" y="138341"/>
                  <a:pt x="153104" y="174465"/>
                  <a:pt x="97367" y="180624"/>
                </a:cubicBezTo>
                <a:cubicBezTo>
                  <a:pt x="40073" y="177161"/>
                  <a:pt x="5383" y="136941"/>
                  <a:pt x="0" y="90312"/>
                </a:cubicBezTo>
                <a:close/>
              </a:path>
              <a:path w="194734" h="180624" stroke="0" extrusionOk="0">
                <a:moveTo>
                  <a:pt x="0" y="90312"/>
                </a:moveTo>
                <a:cubicBezTo>
                  <a:pt x="-2100" y="46297"/>
                  <a:pt x="44281" y="10977"/>
                  <a:pt x="97367" y="0"/>
                </a:cubicBezTo>
                <a:cubicBezTo>
                  <a:pt x="161858" y="-1636"/>
                  <a:pt x="201035" y="39466"/>
                  <a:pt x="194734" y="90312"/>
                </a:cubicBezTo>
                <a:cubicBezTo>
                  <a:pt x="189706" y="147662"/>
                  <a:pt x="159174" y="168482"/>
                  <a:pt x="97367" y="180624"/>
                </a:cubicBezTo>
                <a:cubicBezTo>
                  <a:pt x="30460" y="184111"/>
                  <a:pt x="-164" y="137994"/>
                  <a:pt x="0" y="90312"/>
                </a:cubicBezTo>
                <a:close/>
              </a:path>
            </a:pathLst>
          </a:custGeom>
          <a:solidFill>
            <a:srgbClr val="6DB1FF"/>
          </a:solidFill>
          <a:ln>
            <a:solidFill>
              <a:srgbClr val="6DB1FF"/>
            </a:solidFill>
            <a:extLst>
              <a:ext uri="{C807C97D-BFC1-408E-A445-0C87EB9F89A2}">
                <ask:lineSketchStyleProps xmlns:ask="http://schemas.microsoft.com/office/drawing/2018/sketchyshapes" sd="283741067">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6391A685-B162-D1BF-7F03-5D15470E9747}"/>
              </a:ext>
            </a:extLst>
          </p:cNvPr>
          <p:cNvSpPr/>
          <p:nvPr/>
        </p:nvSpPr>
        <p:spPr>
          <a:xfrm>
            <a:off x="6730999" y="1268021"/>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extrusionOk="0">
                <a:moveTo>
                  <a:pt x="0" y="90312"/>
                </a:moveTo>
                <a:cubicBezTo>
                  <a:pt x="5040" y="47238"/>
                  <a:pt x="45069" y="1086"/>
                  <a:pt x="97367" y="0"/>
                </a:cubicBezTo>
                <a:cubicBezTo>
                  <a:pt x="138455" y="-767"/>
                  <a:pt x="192413" y="53689"/>
                  <a:pt x="194734" y="90312"/>
                </a:cubicBezTo>
                <a:cubicBezTo>
                  <a:pt x="195360" y="124406"/>
                  <a:pt x="144262" y="173909"/>
                  <a:pt x="97367" y="180624"/>
                </a:cubicBezTo>
                <a:cubicBezTo>
                  <a:pt x="42243" y="179773"/>
                  <a:pt x="6167" y="139244"/>
                  <a:pt x="0" y="90312"/>
                </a:cubicBezTo>
                <a:close/>
              </a:path>
            </a:pathLst>
          </a:custGeom>
          <a:noFill/>
          <a:ln>
            <a:solidFill>
              <a:schemeClr val="accent1"/>
            </a:solidFill>
            <a:extLst>
              <a:ext uri="{C807C97D-BFC1-408E-A445-0C87EB9F89A2}">
                <ask:lineSketchStyleProps xmlns:ask="http://schemas.microsoft.com/office/drawing/2018/sketchyshapes" sd="1546443433">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a:extLst>
              <a:ext uri="{FF2B5EF4-FFF2-40B4-BE49-F238E27FC236}">
                <a16:creationId xmlns:a16="http://schemas.microsoft.com/office/drawing/2014/main" id="{5F369BBA-155A-701F-2E08-499F16583226}"/>
              </a:ext>
            </a:extLst>
          </p:cNvPr>
          <p:cNvSpPr/>
          <p:nvPr/>
        </p:nvSpPr>
        <p:spPr>
          <a:xfrm>
            <a:off x="6730998" y="1486824"/>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4562" y="32093"/>
                  <a:pt x="37079" y="3020"/>
                  <a:pt x="97367" y="0"/>
                </a:cubicBezTo>
                <a:cubicBezTo>
                  <a:pt x="151934" y="-12489"/>
                  <a:pt x="196768" y="41155"/>
                  <a:pt x="194734" y="90312"/>
                </a:cubicBezTo>
                <a:cubicBezTo>
                  <a:pt x="191087" y="129678"/>
                  <a:pt x="161067" y="187961"/>
                  <a:pt x="97367" y="180624"/>
                </a:cubicBezTo>
                <a:cubicBezTo>
                  <a:pt x="42388" y="171961"/>
                  <a:pt x="-9046" y="137245"/>
                  <a:pt x="0" y="90312"/>
                </a:cubicBezTo>
                <a:close/>
              </a:path>
              <a:path w="194734" h="180624" stroke="0" extrusionOk="0">
                <a:moveTo>
                  <a:pt x="0" y="90312"/>
                </a:moveTo>
                <a:cubicBezTo>
                  <a:pt x="647" y="54220"/>
                  <a:pt x="31405" y="-2836"/>
                  <a:pt x="97367" y="0"/>
                </a:cubicBezTo>
                <a:cubicBezTo>
                  <a:pt x="156119" y="-18"/>
                  <a:pt x="204084" y="50640"/>
                  <a:pt x="194734" y="90312"/>
                </a:cubicBezTo>
                <a:cubicBezTo>
                  <a:pt x="205696" y="130280"/>
                  <a:pt x="143665" y="183681"/>
                  <a:pt x="97367" y="180624"/>
                </a:cubicBezTo>
                <a:cubicBezTo>
                  <a:pt x="54423" y="174813"/>
                  <a:pt x="1423" y="146612"/>
                  <a:pt x="0" y="90312"/>
                </a:cubicBezTo>
                <a:close/>
              </a:path>
            </a:pathLst>
          </a:custGeom>
          <a:solidFill>
            <a:srgbClr val="C3F7C8"/>
          </a:solidFill>
          <a:ln>
            <a:solidFill>
              <a:srgbClr val="C3F7C8"/>
            </a:solidFill>
            <a:extLst>
              <a:ext uri="{C807C97D-BFC1-408E-A445-0C87EB9F89A2}">
                <ask:lineSketchStyleProps xmlns:ask="http://schemas.microsoft.com/office/drawing/2018/sketchyshapes" sd="4220084008">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 25">
            <a:extLst>
              <a:ext uri="{FF2B5EF4-FFF2-40B4-BE49-F238E27FC236}">
                <a16:creationId xmlns:a16="http://schemas.microsoft.com/office/drawing/2014/main" id="{92093CE6-3996-E004-DAD7-BF352ED716E6}"/>
              </a:ext>
            </a:extLst>
          </p:cNvPr>
          <p:cNvSpPr/>
          <p:nvPr/>
        </p:nvSpPr>
        <p:spPr>
          <a:xfrm>
            <a:off x="6730999" y="1695830"/>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479" y="37263"/>
                  <a:pt x="42209" y="-9044"/>
                  <a:pt x="97367" y="0"/>
                </a:cubicBezTo>
                <a:cubicBezTo>
                  <a:pt x="138307" y="4368"/>
                  <a:pt x="180489" y="41365"/>
                  <a:pt x="194734" y="90312"/>
                </a:cubicBezTo>
                <a:cubicBezTo>
                  <a:pt x="202825" y="145591"/>
                  <a:pt x="153211" y="175286"/>
                  <a:pt x="97367" y="180624"/>
                </a:cubicBezTo>
                <a:cubicBezTo>
                  <a:pt x="39850" y="180403"/>
                  <a:pt x="-9966" y="135249"/>
                  <a:pt x="0" y="90312"/>
                </a:cubicBezTo>
                <a:close/>
              </a:path>
              <a:path w="194734" h="180624" stroke="0" extrusionOk="0">
                <a:moveTo>
                  <a:pt x="0" y="90312"/>
                </a:moveTo>
                <a:cubicBezTo>
                  <a:pt x="3074" y="40171"/>
                  <a:pt x="49624" y="2587"/>
                  <a:pt x="97367" y="0"/>
                </a:cubicBezTo>
                <a:cubicBezTo>
                  <a:pt x="143854" y="7175"/>
                  <a:pt x="187793" y="38539"/>
                  <a:pt x="194734" y="90312"/>
                </a:cubicBezTo>
                <a:cubicBezTo>
                  <a:pt x="199424" y="137463"/>
                  <a:pt x="153058" y="178909"/>
                  <a:pt x="97367" y="180624"/>
                </a:cubicBezTo>
                <a:cubicBezTo>
                  <a:pt x="45007" y="180664"/>
                  <a:pt x="3811" y="142514"/>
                  <a:pt x="0" y="90312"/>
                </a:cubicBezTo>
                <a:close/>
              </a:path>
            </a:pathLst>
          </a:custGeom>
          <a:solidFill>
            <a:srgbClr val="FF80DF"/>
          </a:solidFill>
          <a:ln>
            <a:solidFill>
              <a:srgbClr val="FF80DF"/>
            </a:solidFill>
            <a:extLst>
              <a:ext uri="{C807C97D-BFC1-408E-A445-0C87EB9F89A2}">
                <ask:lineSketchStyleProps xmlns:ask="http://schemas.microsoft.com/office/drawing/2018/sketchyshapes" sd="3140710686">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val 27">
            <a:extLst>
              <a:ext uri="{FF2B5EF4-FFF2-40B4-BE49-F238E27FC236}">
                <a16:creationId xmlns:a16="http://schemas.microsoft.com/office/drawing/2014/main" id="{7C5F3DD6-BE50-5872-241F-4733439AA108}"/>
              </a:ext>
            </a:extLst>
          </p:cNvPr>
          <p:cNvSpPr/>
          <p:nvPr/>
        </p:nvSpPr>
        <p:spPr>
          <a:xfrm>
            <a:off x="6731000" y="631209"/>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10009" y="50749"/>
                  <a:pt x="52153" y="7733"/>
                  <a:pt x="97367" y="0"/>
                </a:cubicBezTo>
                <a:cubicBezTo>
                  <a:pt x="151533" y="-2957"/>
                  <a:pt x="192578" y="37683"/>
                  <a:pt x="194734" y="90312"/>
                </a:cubicBezTo>
                <a:cubicBezTo>
                  <a:pt x="190200" y="130644"/>
                  <a:pt x="156540" y="171012"/>
                  <a:pt x="97367" y="180624"/>
                </a:cubicBezTo>
                <a:cubicBezTo>
                  <a:pt x="44043" y="184250"/>
                  <a:pt x="-4321" y="135792"/>
                  <a:pt x="0" y="90312"/>
                </a:cubicBezTo>
                <a:close/>
              </a:path>
              <a:path w="194734" h="180624" stroke="0" extrusionOk="0">
                <a:moveTo>
                  <a:pt x="0" y="90312"/>
                </a:moveTo>
                <a:cubicBezTo>
                  <a:pt x="-394" y="25977"/>
                  <a:pt x="43426" y="-2583"/>
                  <a:pt x="97367" y="0"/>
                </a:cubicBezTo>
                <a:cubicBezTo>
                  <a:pt x="150954" y="-7509"/>
                  <a:pt x="196063" y="33146"/>
                  <a:pt x="194734" y="90312"/>
                </a:cubicBezTo>
                <a:cubicBezTo>
                  <a:pt x="191196" y="125968"/>
                  <a:pt x="151281" y="182423"/>
                  <a:pt x="97367" y="180624"/>
                </a:cubicBezTo>
                <a:cubicBezTo>
                  <a:pt x="30187" y="179779"/>
                  <a:pt x="-469" y="129008"/>
                  <a:pt x="0" y="90312"/>
                </a:cubicBezTo>
                <a:close/>
              </a:path>
            </a:pathLst>
          </a:custGeom>
          <a:solidFill>
            <a:srgbClr val="FFE342"/>
          </a:solidFill>
          <a:ln>
            <a:solidFill>
              <a:srgbClr val="FFE342"/>
            </a:solidFill>
            <a:extLst>
              <a:ext uri="{C807C97D-BFC1-408E-A445-0C87EB9F89A2}">
                <ask:lineSketchStyleProps xmlns:ask="http://schemas.microsoft.com/office/drawing/2018/sketchyshapes" sd="1619771458">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 name="Google Shape;102;p21">
            <a:extLst>
              <a:ext uri="{FF2B5EF4-FFF2-40B4-BE49-F238E27FC236}">
                <a16:creationId xmlns:a16="http://schemas.microsoft.com/office/drawing/2014/main" id="{89F0C822-D6EE-77A2-6023-076AA7C4F38D}"/>
              </a:ext>
            </a:extLst>
          </p:cNvPr>
          <p:cNvSpPr txBox="1">
            <a:spLocks noGrp="1"/>
          </p:cNvSpPr>
          <p:nvPr>
            <p:ph type="title"/>
          </p:nvPr>
        </p:nvSpPr>
        <p:spPr>
          <a:xfrm>
            <a:off x="432572" y="476574"/>
            <a:ext cx="8520600" cy="572700"/>
          </a:xfrm>
          <a:prstGeom prst="rect">
            <a:avLst/>
          </a:prstGeom>
        </p:spPr>
        <p:txBody>
          <a:bodyPr spcFirstLastPara="1" wrap="square" lIns="91425" tIns="91425" rIns="91425" bIns="91425" anchor="t" anchorCtr="0">
            <a:normAutofit fontScale="90000"/>
          </a:bodyPr>
          <a:lstStyle/>
          <a:p>
            <a:r>
              <a:rPr lang="en" b="1">
                <a:solidFill>
                  <a:srgbClr val="0C5ADB"/>
                </a:solidFill>
                <a:latin typeface="Fairwater Script"/>
              </a:rPr>
              <a:t>Assignment Management Process Flow</a:t>
            </a:r>
            <a:endParaRPr lang="en-US" b="1">
              <a:solidFill>
                <a:srgbClr val="0C5ADB"/>
              </a:solidFill>
              <a:latin typeface="Fairwater Script"/>
            </a:endParaRPr>
          </a:p>
        </p:txBody>
      </p:sp>
      <p:sp>
        <p:nvSpPr>
          <p:cNvPr id="2" name="Slide Number Placeholder 1">
            <a:extLst>
              <a:ext uri="{FF2B5EF4-FFF2-40B4-BE49-F238E27FC236}">
                <a16:creationId xmlns:a16="http://schemas.microsoft.com/office/drawing/2014/main" id="{FAC3372C-D38B-1D33-1761-B636291ADD24}"/>
              </a:ext>
            </a:extLst>
          </p:cNvPr>
          <p:cNvSpPr>
            <a:spLocks noGrp="1"/>
          </p:cNvSpPr>
          <p:nvPr>
            <p:ph type="sldNum" idx="12"/>
          </p:nvPr>
        </p:nvSpPr>
        <p:spPr>
          <a:xfrm>
            <a:off x="8565493" y="4696444"/>
            <a:ext cx="548700" cy="393600"/>
          </a:xfrm>
        </p:spPr>
        <p:txBody>
          <a:bodyPr/>
          <a:lstStyle/>
          <a:p>
            <a:fld id="{00000000-1234-1234-1234-123412341234}" type="slidenum">
              <a:rPr lang="en"/>
              <a:t>29</a:t>
            </a:fld>
            <a:endParaRPr lang="en-GB"/>
          </a:p>
        </p:txBody>
      </p:sp>
      <p:sp>
        <p:nvSpPr>
          <p:cNvPr id="11" name="Rectangle 10">
            <a:extLst>
              <a:ext uri="{FF2B5EF4-FFF2-40B4-BE49-F238E27FC236}">
                <a16:creationId xmlns:a16="http://schemas.microsoft.com/office/drawing/2014/main" id="{8F907AC7-1E33-0ECD-31B7-2F8F03F299B3}"/>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C6505483-6169-C60D-9EDB-4EA27F291BCF}"/>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
        <p:nvSpPr>
          <p:cNvPr id="13" name="Oval 12">
            <a:extLst>
              <a:ext uri="{FF2B5EF4-FFF2-40B4-BE49-F238E27FC236}">
                <a16:creationId xmlns:a16="http://schemas.microsoft.com/office/drawing/2014/main" id="{359F2708-91F0-DDB6-AF1C-23BD6D656A39}"/>
              </a:ext>
            </a:extLst>
          </p:cNvPr>
          <p:cNvSpPr/>
          <p:nvPr/>
        </p:nvSpPr>
        <p:spPr>
          <a:xfrm>
            <a:off x="6730999" y="1900707"/>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479" y="37263"/>
                  <a:pt x="42209" y="-9044"/>
                  <a:pt x="97367" y="0"/>
                </a:cubicBezTo>
                <a:cubicBezTo>
                  <a:pt x="138307" y="4368"/>
                  <a:pt x="180489" y="41365"/>
                  <a:pt x="194734" y="90312"/>
                </a:cubicBezTo>
                <a:cubicBezTo>
                  <a:pt x="202825" y="145591"/>
                  <a:pt x="153211" y="175286"/>
                  <a:pt x="97367" y="180624"/>
                </a:cubicBezTo>
                <a:cubicBezTo>
                  <a:pt x="39850" y="180403"/>
                  <a:pt x="-9966" y="135249"/>
                  <a:pt x="0" y="90312"/>
                </a:cubicBezTo>
                <a:close/>
              </a:path>
              <a:path w="194734" h="180624" stroke="0" extrusionOk="0">
                <a:moveTo>
                  <a:pt x="0" y="90312"/>
                </a:moveTo>
                <a:cubicBezTo>
                  <a:pt x="3074" y="40171"/>
                  <a:pt x="49624" y="2587"/>
                  <a:pt x="97367" y="0"/>
                </a:cubicBezTo>
                <a:cubicBezTo>
                  <a:pt x="143854" y="7175"/>
                  <a:pt x="187793" y="38539"/>
                  <a:pt x="194734" y="90312"/>
                </a:cubicBezTo>
                <a:cubicBezTo>
                  <a:pt x="199424" y="137463"/>
                  <a:pt x="153058" y="178909"/>
                  <a:pt x="97367" y="180624"/>
                </a:cubicBezTo>
                <a:cubicBezTo>
                  <a:pt x="45007" y="180664"/>
                  <a:pt x="3811" y="142514"/>
                  <a:pt x="0" y="90312"/>
                </a:cubicBezTo>
                <a:close/>
              </a:path>
            </a:pathLst>
          </a:custGeom>
          <a:solidFill>
            <a:srgbClr val="FC9432"/>
          </a:solidFill>
          <a:ln>
            <a:solidFill>
              <a:srgbClr val="FC9432"/>
            </a:solidFill>
            <a:extLst>
              <a:ext uri="{C807C97D-BFC1-408E-A445-0C87EB9F89A2}">
                <ask:lineSketchStyleProps xmlns:ask="http://schemas.microsoft.com/office/drawing/2018/sketchyshapes" sd="3140710686">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70BC33CB-1738-328C-9DFE-59D4DB4383BB}"/>
              </a:ext>
            </a:extLst>
          </p:cNvPr>
          <p:cNvSpPr/>
          <p:nvPr/>
        </p:nvSpPr>
        <p:spPr>
          <a:xfrm>
            <a:off x="6730999" y="2105584"/>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479" y="37263"/>
                  <a:pt x="42209" y="-9044"/>
                  <a:pt x="97367" y="0"/>
                </a:cubicBezTo>
                <a:cubicBezTo>
                  <a:pt x="138307" y="4368"/>
                  <a:pt x="180489" y="41365"/>
                  <a:pt x="194734" y="90312"/>
                </a:cubicBezTo>
                <a:cubicBezTo>
                  <a:pt x="202825" y="145591"/>
                  <a:pt x="153211" y="175286"/>
                  <a:pt x="97367" y="180624"/>
                </a:cubicBezTo>
                <a:cubicBezTo>
                  <a:pt x="39850" y="180403"/>
                  <a:pt x="-9966" y="135249"/>
                  <a:pt x="0" y="90312"/>
                </a:cubicBezTo>
                <a:close/>
              </a:path>
              <a:path w="194734" h="180624" stroke="0" extrusionOk="0">
                <a:moveTo>
                  <a:pt x="0" y="90312"/>
                </a:moveTo>
                <a:cubicBezTo>
                  <a:pt x="3074" y="40171"/>
                  <a:pt x="49624" y="2587"/>
                  <a:pt x="97367" y="0"/>
                </a:cubicBezTo>
                <a:cubicBezTo>
                  <a:pt x="143854" y="7175"/>
                  <a:pt x="187793" y="38539"/>
                  <a:pt x="194734" y="90312"/>
                </a:cubicBezTo>
                <a:cubicBezTo>
                  <a:pt x="199424" y="137463"/>
                  <a:pt x="153058" y="178909"/>
                  <a:pt x="97367" y="180624"/>
                </a:cubicBezTo>
                <a:cubicBezTo>
                  <a:pt x="45007" y="180664"/>
                  <a:pt x="3811" y="142514"/>
                  <a:pt x="0" y="90312"/>
                </a:cubicBezTo>
                <a:close/>
              </a:path>
            </a:pathLst>
          </a:custGeom>
          <a:solidFill>
            <a:srgbClr val="00C2A8"/>
          </a:solidFill>
          <a:ln>
            <a:solidFill>
              <a:srgbClr val="00C2A8"/>
            </a:solidFill>
            <a:extLst>
              <a:ext uri="{C807C97D-BFC1-408E-A445-0C87EB9F89A2}">
                <ask:lineSketchStyleProps xmlns:ask="http://schemas.microsoft.com/office/drawing/2018/sketchyshapes" sd="3140710686">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2" name="Graphic 31">
            <a:extLst>
              <a:ext uri="{FF2B5EF4-FFF2-40B4-BE49-F238E27FC236}">
                <a16:creationId xmlns:a16="http://schemas.microsoft.com/office/drawing/2014/main" id="{70314AD0-AB19-83C8-2B9D-B283661894F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4524" y="938801"/>
            <a:ext cx="4803060" cy="3304425"/>
          </a:xfrm>
          <a:prstGeom prst="rect">
            <a:avLst/>
          </a:prstGeom>
        </p:spPr>
      </p:pic>
    </p:spTree>
    <p:extLst>
      <p:ext uri="{BB962C8B-B14F-4D97-AF65-F5344CB8AC3E}">
        <p14:creationId xmlns:p14="http://schemas.microsoft.com/office/powerpoint/2010/main" val="33323185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65">
          <a:extLst>
            <a:ext uri="{FF2B5EF4-FFF2-40B4-BE49-F238E27FC236}">
              <a16:creationId xmlns:a16="http://schemas.microsoft.com/office/drawing/2014/main" id="{8EA5B292-15F7-B04F-3BA9-5442359BD68B}"/>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0F5FFAB3-6408-70DA-CC10-2288A328A8F6}"/>
              </a:ext>
            </a:extLst>
          </p:cNvPr>
          <p:cNvGrpSpPr/>
          <p:nvPr/>
        </p:nvGrpSpPr>
        <p:grpSpPr>
          <a:xfrm>
            <a:off x="1262" y="-142"/>
            <a:ext cx="9146016" cy="5141405"/>
            <a:chOff x="1263" y="-142"/>
            <a:chExt cx="10058400" cy="914401"/>
          </a:xfrm>
        </p:grpSpPr>
        <p:sp>
          <p:nvSpPr>
            <p:cNvPr id="3" name="Rectangle 2">
              <a:extLst>
                <a:ext uri="{FF2B5EF4-FFF2-40B4-BE49-F238E27FC236}">
                  <a16:creationId xmlns:a16="http://schemas.microsoft.com/office/drawing/2014/main" id="{57BAAC3A-5935-1678-B10E-A60B0A49800E}"/>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827E16BB-3E9F-ACFF-020B-DA23A8603ADB}"/>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333B6804-48D7-2A1F-B6B6-5C68D9E8D0D9}"/>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763B06F3-28F0-A927-BEF7-E894AD6258E6}"/>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9FD33981-2763-DED8-E229-86A9A4C3C663}"/>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1BF7E161-B67A-8879-870E-F383CC97F394}"/>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Rectangle 10">
            <a:extLst>
              <a:ext uri="{FF2B5EF4-FFF2-40B4-BE49-F238E27FC236}">
                <a16:creationId xmlns:a16="http://schemas.microsoft.com/office/drawing/2014/main" id="{395D22C0-42E5-EB61-3B1A-6A36E9B3503C}"/>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54F8B032-DD7D-1FAA-10F4-11DD39305DC1}"/>
              </a:ext>
            </a:extLst>
          </p:cNvPr>
          <p:cNvSpPr/>
          <p:nvPr/>
        </p:nvSpPr>
        <p:spPr>
          <a:xfrm>
            <a:off x="454139" y="341831"/>
            <a:ext cx="8237349" cy="4062493"/>
          </a:xfrm>
          <a:prstGeom prst="rect">
            <a:avLst/>
          </a:prstGeom>
          <a:solidFill>
            <a:srgbClr val="126E2A"/>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Google Shape;66;p15">
            <a:extLst>
              <a:ext uri="{FF2B5EF4-FFF2-40B4-BE49-F238E27FC236}">
                <a16:creationId xmlns:a16="http://schemas.microsoft.com/office/drawing/2014/main" id="{216BC2ED-4380-0A88-8F34-FD838C4E7F38}"/>
              </a:ext>
            </a:extLst>
          </p:cNvPr>
          <p:cNvSpPr txBox="1">
            <a:spLocks noGrp="1"/>
          </p:cNvSpPr>
          <p:nvPr>
            <p:ph type="title"/>
          </p:nvPr>
        </p:nvSpPr>
        <p:spPr>
          <a:xfrm>
            <a:off x="440509" y="454872"/>
            <a:ext cx="8520600" cy="572700"/>
          </a:xfrm>
          <a:prstGeom prst="rect">
            <a:avLst/>
          </a:prstGeom>
        </p:spPr>
        <p:txBody>
          <a:bodyPr spcFirstLastPara="1" wrap="square" lIns="91425" tIns="91425" rIns="91425" bIns="91425" anchor="t" anchorCtr="0">
            <a:normAutofit fontScale="90000"/>
          </a:bodyPr>
          <a:lstStyle/>
          <a:p>
            <a:r>
              <a:rPr lang="en">
                <a:solidFill>
                  <a:schemeClr val="accent6">
                    <a:lumMod val="20000"/>
                    <a:lumOff val="80000"/>
                  </a:schemeClr>
                </a:solidFill>
                <a:latin typeface="Fairwater Script"/>
              </a:rPr>
              <a:t>Conversation History Algorithm</a:t>
            </a:r>
            <a:br>
              <a:rPr lang="en">
                <a:latin typeface="Fairwater Script"/>
              </a:rPr>
            </a:br>
            <a:br>
              <a:rPr lang="en">
                <a:latin typeface="Fairwater Script"/>
              </a:rPr>
            </a:br>
            <a:endParaRPr lang="en-US"/>
          </a:p>
        </p:txBody>
      </p:sp>
      <p:sp>
        <p:nvSpPr>
          <p:cNvPr id="2" name="Slide Number Placeholder 1">
            <a:extLst>
              <a:ext uri="{FF2B5EF4-FFF2-40B4-BE49-F238E27FC236}">
                <a16:creationId xmlns:a16="http://schemas.microsoft.com/office/drawing/2014/main" id="{5407C2FB-ADC8-447B-7C6B-D04553324B97}"/>
              </a:ext>
            </a:extLst>
          </p:cNvPr>
          <p:cNvSpPr>
            <a:spLocks noGrp="1"/>
          </p:cNvSpPr>
          <p:nvPr>
            <p:ph type="sldNum" idx="12"/>
          </p:nvPr>
        </p:nvSpPr>
        <p:spPr>
          <a:xfrm>
            <a:off x="8595439" y="4750027"/>
            <a:ext cx="548700" cy="393600"/>
          </a:xfrm>
        </p:spPr>
        <p:txBody>
          <a:bodyPr/>
          <a:lstStyle/>
          <a:p>
            <a:fld id="{00000000-1234-1234-1234-123412341234}" type="slidenum">
              <a:rPr lang="en"/>
              <a:t>30</a:t>
            </a:fld>
            <a:endParaRPr lang="en-GB"/>
          </a:p>
        </p:txBody>
      </p:sp>
      <p:sp>
        <p:nvSpPr>
          <p:cNvPr id="12" name="Rectangle 11">
            <a:extLst>
              <a:ext uri="{FF2B5EF4-FFF2-40B4-BE49-F238E27FC236}">
                <a16:creationId xmlns:a16="http://schemas.microsoft.com/office/drawing/2014/main" id="{5C9A5731-2A08-CA25-0118-4F5D6A8C812E}"/>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DD7B6A6F-50D2-996F-82BD-4DF8C80FA89F}"/>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
        <p:nvSpPr>
          <p:cNvPr id="15" name="Text Placeholder 2">
            <a:extLst>
              <a:ext uri="{FF2B5EF4-FFF2-40B4-BE49-F238E27FC236}">
                <a16:creationId xmlns:a16="http://schemas.microsoft.com/office/drawing/2014/main" id="{EF91C55D-DE96-FC29-6334-2C1EE937FA8F}"/>
              </a:ext>
            </a:extLst>
          </p:cNvPr>
          <p:cNvSpPr>
            <a:spLocks noGrp="1"/>
          </p:cNvSpPr>
          <p:nvPr>
            <p:ph type="body" idx="1"/>
          </p:nvPr>
        </p:nvSpPr>
        <p:spPr>
          <a:xfrm>
            <a:off x="85370" y="879221"/>
            <a:ext cx="8234850" cy="3485905"/>
          </a:xfrm>
        </p:spPr>
        <p:txBody>
          <a:bodyPr>
            <a:normAutofit/>
          </a:bodyPr>
          <a:lstStyle/>
          <a:p>
            <a:pPr marL="800100">
              <a:lnSpc>
                <a:spcPct val="110000"/>
              </a:lnSpc>
              <a:buClr>
                <a:schemeClr val="accent6">
                  <a:lumMod val="20000"/>
                  <a:lumOff val="80000"/>
                </a:schemeClr>
              </a:buClr>
              <a:buAutoNum type="arabicPeriod"/>
            </a:pPr>
            <a:r>
              <a:rPr lang="en-US">
                <a:solidFill>
                  <a:srgbClr val="FBFFD9"/>
                </a:solidFill>
                <a:latin typeface="Calibri"/>
                <a:ea typeface="Calibri"/>
                <a:cs typeface="Calibri"/>
              </a:rPr>
              <a:t>The student creates a prompt; it is handed off to the platform's engineering algorithm. In parallel, the original prompt is stored in the database by assignment ID and question number.</a:t>
            </a:r>
          </a:p>
          <a:p>
            <a:pPr marL="800100">
              <a:lnSpc>
                <a:spcPct val="110000"/>
              </a:lnSpc>
              <a:buClr>
                <a:srgbClr val="FCFFD9"/>
              </a:buClr>
              <a:buAutoNum type="arabicPeriod"/>
            </a:pPr>
            <a:r>
              <a:rPr lang="en-US">
                <a:solidFill>
                  <a:srgbClr val="FBFFD9"/>
                </a:solidFill>
                <a:latin typeface="Calibri"/>
                <a:ea typeface="Calibri"/>
                <a:cs typeface="Calibri"/>
              </a:rPr>
              <a:t>When the platform's engineering algorithm produces an adjusted prompt, it is stored in the database with the original prompt by assignment ID and question number.</a:t>
            </a:r>
          </a:p>
          <a:p>
            <a:pPr marL="800100">
              <a:lnSpc>
                <a:spcPct val="110000"/>
              </a:lnSpc>
              <a:buClr>
                <a:srgbClr val="FCFFD9"/>
              </a:buClr>
              <a:buAutoNum type="arabicPeriod"/>
            </a:pPr>
            <a:r>
              <a:rPr lang="en-US">
                <a:solidFill>
                  <a:srgbClr val="FBFFD9"/>
                </a:solidFill>
                <a:latin typeface="Calibri"/>
                <a:ea typeface="Calibri"/>
                <a:cs typeface="Calibri"/>
              </a:rPr>
              <a:t>After the LLM response has been validated, the response is stored in the database with its respective original and adjusted prompts by assignment ID and question number.</a:t>
            </a:r>
          </a:p>
          <a:p>
            <a:pPr marL="800100">
              <a:lnSpc>
                <a:spcPct val="110000"/>
              </a:lnSpc>
              <a:buClr>
                <a:srgbClr val="FCFFD9"/>
              </a:buClr>
              <a:buAutoNum type="arabicPeriod"/>
            </a:pPr>
            <a:r>
              <a:rPr lang="en-US" err="1">
                <a:solidFill>
                  <a:srgbClr val="FBFFD9"/>
                </a:solidFill>
                <a:latin typeface="Calibri"/>
                <a:ea typeface="Calibri"/>
                <a:cs typeface="Calibri"/>
              </a:rPr>
              <a:t>EduSense</a:t>
            </a:r>
            <a:r>
              <a:rPr lang="en-US">
                <a:solidFill>
                  <a:srgbClr val="FBFFD9"/>
                </a:solidFill>
                <a:latin typeface="Calibri"/>
                <a:ea typeface="Calibri"/>
                <a:cs typeface="Calibri"/>
              </a:rPr>
              <a:t> stores a timestamp with the Prompt-Response group.</a:t>
            </a:r>
          </a:p>
          <a:p>
            <a:pPr marL="800100">
              <a:lnSpc>
                <a:spcPct val="110000"/>
              </a:lnSpc>
              <a:buClr>
                <a:srgbClr val="FCFFD9"/>
              </a:buClr>
              <a:buAutoNum type="arabicPeriod"/>
            </a:pPr>
            <a:endParaRPr lang="en-US">
              <a:solidFill>
                <a:srgbClr val="FBFFD9"/>
              </a:solidFill>
              <a:latin typeface="Calibri"/>
              <a:ea typeface="Calibri"/>
              <a:cs typeface="Calibri"/>
            </a:endParaRPr>
          </a:p>
          <a:p>
            <a:pPr marL="800100">
              <a:lnSpc>
                <a:spcPct val="110000"/>
              </a:lnSpc>
              <a:buClr>
                <a:srgbClr val="FCFFD9"/>
              </a:buClr>
              <a:buAutoNum type="arabicPeriod"/>
            </a:pPr>
            <a:endParaRPr lang="en-US">
              <a:solidFill>
                <a:srgbClr val="FBFFD9"/>
              </a:solidFill>
              <a:latin typeface="Calibri"/>
              <a:ea typeface="Calibri"/>
              <a:cs typeface="Calibri"/>
            </a:endParaRPr>
          </a:p>
          <a:p>
            <a:pPr marL="800100">
              <a:lnSpc>
                <a:spcPct val="110000"/>
              </a:lnSpc>
              <a:buClr>
                <a:srgbClr val="FCFFD9"/>
              </a:buClr>
              <a:buAutoNum type="arabicPeriod"/>
            </a:pPr>
            <a:endParaRPr lang="en-US">
              <a:solidFill>
                <a:srgbClr val="FBFFD9"/>
              </a:solidFill>
              <a:latin typeface="Calibri"/>
              <a:ea typeface="Calibri"/>
              <a:cs typeface="Calibri"/>
            </a:endParaRPr>
          </a:p>
          <a:p>
            <a:pPr marL="800100">
              <a:lnSpc>
                <a:spcPct val="110000"/>
              </a:lnSpc>
              <a:buClr>
                <a:srgbClr val="FCFFD9"/>
              </a:buClr>
              <a:buAutoNum type="arabicPeriod"/>
            </a:pPr>
            <a:endParaRPr lang="en-US">
              <a:solidFill>
                <a:srgbClr val="FBFFD9"/>
              </a:solidFill>
              <a:latin typeface="Calibri"/>
              <a:ea typeface="Calibri"/>
              <a:cs typeface="Calibri"/>
            </a:endParaRPr>
          </a:p>
          <a:p>
            <a:pPr marL="114300" indent="0">
              <a:lnSpc>
                <a:spcPct val="110000"/>
              </a:lnSpc>
              <a:buClr>
                <a:srgbClr val="595959"/>
              </a:buClr>
              <a:buNone/>
            </a:pPr>
            <a:endParaRPr lang="en-US">
              <a:solidFill>
                <a:srgbClr val="595959"/>
              </a:solidFill>
              <a:ea typeface="Calibri"/>
            </a:endParaRPr>
          </a:p>
        </p:txBody>
      </p:sp>
    </p:spTree>
    <p:extLst>
      <p:ext uri="{BB962C8B-B14F-4D97-AF65-F5344CB8AC3E}">
        <p14:creationId xmlns:p14="http://schemas.microsoft.com/office/powerpoint/2010/main" val="34216239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101">
          <a:extLst>
            <a:ext uri="{FF2B5EF4-FFF2-40B4-BE49-F238E27FC236}">
              <a16:creationId xmlns:a16="http://schemas.microsoft.com/office/drawing/2014/main" id="{5EDCEABB-8723-C800-F1C0-CCC4532E83A9}"/>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D2FEF76A-BDF0-47D5-DCF9-D4C4AFCA3DF3}"/>
              </a:ext>
            </a:extLst>
          </p:cNvPr>
          <p:cNvGrpSpPr/>
          <p:nvPr/>
        </p:nvGrpSpPr>
        <p:grpSpPr>
          <a:xfrm>
            <a:off x="1261" y="3346"/>
            <a:ext cx="9146016" cy="5141405"/>
            <a:chOff x="1263" y="-142"/>
            <a:chExt cx="10058400" cy="914401"/>
          </a:xfrm>
        </p:grpSpPr>
        <p:sp>
          <p:nvSpPr>
            <p:cNvPr id="4" name="Rectangle 3">
              <a:extLst>
                <a:ext uri="{FF2B5EF4-FFF2-40B4-BE49-F238E27FC236}">
                  <a16:creationId xmlns:a16="http://schemas.microsoft.com/office/drawing/2014/main" id="{C50A01BB-9F42-5954-019D-C05FD1C19B19}"/>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63188F5D-F17A-3F62-0D84-A67176587325}"/>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621561F6-ADCA-C44B-AF01-28B8D29024F3}"/>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38351D12-2060-03F2-C58A-E87D782DEC10}"/>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3B183CBA-448A-46C6-34D0-463F057CEC64}"/>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E56F43CE-D3F0-6297-78CC-8BA59ECB4EAC}"/>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2" name="Rectangle 11">
            <a:extLst>
              <a:ext uri="{FF2B5EF4-FFF2-40B4-BE49-F238E27FC236}">
                <a16:creationId xmlns:a16="http://schemas.microsoft.com/office/drawing/2014/main" id="{8554E838-F08A-236E-7AB8-8C72D8BD9307}"/>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7424E27F-B3B6-EFC8-1F4E-199EDF0C03B0}"/>
              </a:ext>
            </a:extLst>
          </p:cNvPr>
          <p:cNvSpPr/>
          <p:nvPr/>
        </p:nvSpPr>
        <p:spPr>
          <a:xfrm>
            <a:off x="454139" y="341831"/>
            <a:ext cx="8237349" cy="4062493"/>
          </a:xfrm>
          <a:prstGeom prst="rect">
            <a:avLst/>
          </a:prstGeom>
          <a:solidFill>
            <a:schemeClr val="bg1"/>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9AF9A079-EA85-810B-5B4A-F1665C70E1C6}"/>
              </a:ext>
            </a:extLst>
          </p:cNvPr>
          <p:cNvSpPr txBox="1"/>
          <p:nvPr/>
        </p:nvSpPr>
        <p:spPr>
          <a:xfrm>
            <a:off x="6893277" y="338666"/>
            <a:ext cx="1797755"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b="1">
                <a:solidFill>
                  <a:schemeClr val="accent1">
                    <a:lumMod val="76000"/>
                  </a:schemeClr>
                </a:solidFill>
                <a:latin typeface="Calibri"/>
              </a:rPr>
              <a:t>Key</a:t>
            </a:r>
          </a:p>
          <a:p>
            <a:r>
              <a:rPr lang="en-GB" b="1">
                <a:solidFill>
                  <a:schemeClr val="accent1">
                    <a:lumMod val="76000"/>
                  </a:schemeClr>
                </a:solidFill>
                <a:latin typeface="Calibri"/>
              </a:rPr>
              <a:t>- Start Point</a:t>
            </a:r>
          </a:p>
          <a:p>
            <a:r>
              <a:rPr lang="en-GB" b="1">
                <a:solidFill>
                  <a:schemeClr val="accent1">
                    <a:lumMod val="76000"/>
                  </a:schemeClr>
                </a:solidFill>
                <a:latin typeface="Calibri"/>
              </a:rPr>
              <a:t>- Scenario</a:t>
            </a:r>
          </a:p>
          <a:p>
            <a:r>
              <a:rPr lang="en-GB" b="1">
                <a:solidFill>
                  <a:schemeClr val="accent1">
                    <a:lumMod val="76000"/>
                  </a:schemeClr>
                </a:solidFill>
                <a:latin typeface="Calibri"/>
              </a:rPr>
              <a:t>- Event</a:t>
            </a:r>
          </a:p>
          <a:p>
            <a:r>
              <a:rPr lang="en-GB" b="1">
                <a:solidFill>
                  <a:schemeClr val="accent1">
                    <a:lumMod val="76000"/>
                  </a:schemeClr>
                </a:solidFill>
                <a:latin typeface="Calibri"/>
              </a:rPr>
              <a:t>- Decision</a:t>
            </a:r>
          </a:p>
          <a:p>
            <a:r>
              <a:rPr lang="en-GB" b="1">
                <a:solidFill>
                  <a:schemeClr val="accent1">
                    <a:lumMod val="76000"/>
                  </a:schemeClr>
                </a:solidFill>
                <a:latin typeface="Calibri"/>
              </a:rPr>
              <a:t>- Outcome</a:t>
            </a:r>
          </a:p>
          <a:p>
            <a:r>
              <a:rPr lang="en-GB" b="1">
                <a:solidFill>
                  <a:schemeClr val="accent1">
                    <a:lumMod val="76000"/>
                  </a:schemeClr>
                </a:solidFill>
                <a:latin typeface="Calibri"/>
              </a:rPr>
              <a:t>- External Data</a:t>
            </a:r>
          </a:p>
          <a:p>
            <a:r>
              <a:rPr lang="en-GB" b="1">
                <a:solidFill>
                  <a:schemeClr val="accent1">
                    <a:lumMod val="76000"/>
                  </a:schemeClr>
                </a:solidFill>
                <a:latin typeface="Calibri"/>
              </a:rPr>
              <a:t>- Database</a:t>
            </a:r>
            <a:br>
              <a:rPr lang="en-GB" b="1">
                <a:solidFill>
                  <a:schemeClr val="accent1">
                    <a:lumMod val="76000"/>
                  </a:schemeClr>
                </a:solidFill>
                <a:latin typeface="Calibri"/>
              </a:rPr>
            </a:br>
            <a:r>
              <a:rPr lang="en-GB" b="1">
                <a:solidFill>
                  <a:schemeClr val="accent1">
                    <a:lumMod val="76000"/>
                  </a:schemeClr>
                </a:solidFill>
                <a:latin typeface="Calibri"/>
              </a:rPr>
              <a:t>- </a:t>
            </a:r>
            <a:r>
              <a:rPr lang="en-GB" b="1">
                <a:solidFill>
                  <a:schemeClr val="accent1">
                    <a:lumMod val="76000"/>
                  </a:schemeClr>
                </a:solidFill>
                <a:latin typeface="Calibri"/>
                <a:ea typeface="Calibri"/>
                <a:cs typeface="Calibri"/>
              </a:rPr>
              <a:t>External Process</a:t>
            </a:r>
          </a:p>
        </p:txBody>
      </p:sp>
      <p:sp>
        <p:nvSpPr>
          <p:cNvPr id="18" name="Oval 17">
            <a:extLst>
              <a:ext uri="{FF2B5EF4-FFF2-40B4-BE49-F238E27FC236}">
                <a16:creationId xmlns:a16="http://schemas.microsoft.com/office/drawing/2014/main" id="{7831105E-1563-642F-9A66-B4C7C5A9802F}"/>
              </a:ext>
            </a:extLst>
          </p:cNvPr>
          <p:cNvSpPr/>
          <p:nvPr/>
        </p:nvSpPr>
        <p:spPr>
          <a:xfrm>
            <a:off x="6731000" y="846746"/>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3038" y="36530"/>
                  <a:pt x="41453" y="-1917"/>
                  <a:pt x="97367" y="0"/>
                </a:cubicBezTo>
                <a:cubicBezTo>
                  <a:pt x="157572" y="-7337"/>
                  <a:pt x="203932" y="50601"/>
                  <a:pt x="194734" y="90312"/>
                </a:cubicBezTo>
                <a:cubicBezTo>
                  <a:pt x="182901" y="145105"/>
                  <a:pt x="151762" y="179386"/>
                  <a:pt x="97367" y="180624"/>
                </a:cubicBezTo>
                <a:cubicBezTo>
                  <a:pt x="50965" y="181272"/>
                  <a:pt x="-1547" y="150814"/>
                  <a:pt x="0" y="90312"/>
                </a:cubicBezTo>
                <a:close/>
              </a:path>
              <a:path w="194734" h="180624" stroke="0" extrusionOk="0">
                <a:moveTo>
                  <a:pt x="0" y="90312"/>
                </a:moveTo>
                <a:cubicBezTo>
                  <a:pt x="-2864" y="31444"/>
                  <a:pt x="35333" y="711"/>
                  <a:pt x="97367" y="0"/>
                </a:cubicBezTo>
                <a:cubicBezTo>
                  <a:pt x="144485" y="9273"/>
                  <a:pt x="190726" y="36221"/>
                  <a:pt x="194734" y="90312"/>
                </a:cubicBezTo>
                <a:cubicBezTo>
                  <a:pt x="199738" y="148649"/>
                  <a:pt x="156124" y="181967"/>
                  <a:pt x="97367" y="180624"/>
                </a:cubicBezTo>
                <a:cubicBezTo>
                  <a:pt x="39070" y="183763"/>
                  <a:pt x="-10555" y="130692"/>
                  <a:pt x="0" y="90312"/>
                </a:cubicBezTo>
                <a:close/>
              </a:path>
            </a:pathLst>
          </a:custGeom>
          <a:solidFill>
            <a:srgbClr val="9391FF"/>
          </a:solidFill>
          <a:ln>
            <a:solidFill>
              <a:srgbClr val="9391FF"/>
            </a:solidFill>
            <a:extLst>
              <a:ext uri="{C807C97D-BFC1-408E-A445-0C87EB9F89A2}">
                <ask:lineSketchStyleProps xmlns:ask="http://schemas.microsoft.com/office/drawing/2018/sketchyshapes" sd="3499211612">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9126A65C-662C-9C5F-8310-1ADF7FD7B468}"/>
              </a:ext>
            </a:extLst>
          </p:cNvPr>
          <p:cNvSpPr/>
          <p:nvPr/>
        </p:nvSpPr>
        <p:spPr>
          <a:xfrm>
            <a:off x="6730999" y="1059016"/>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8410" y="27382"/>
                  <a:pt x="40680" y="-1606"/>
                  <a:pt x="97367" y="0"/>
                </a:cubicBezTo>
                <a:cubicBezTo>
                  <a:pt x="143826" y="9689"/>
                  <a:pt x="190824" y="42687"/>
                  <a:pt x="194734" y="90312"/>
                </a:cubicBezTo>
                <a:cubicBezTo>
                  <a:pt x="190963" y="138341"/>
                  <a:pt x="153104" y="174465"/>
                  <a:pt x="97367" y="180624"/>
                </a:cubicBezTo>
                <a:cubicBezTo>
                  <a:pt x="40073" y="177161"/>
                  <a:pt x="5383" y="136941"/>
                  <a:pt x="0" y="90312"/>
                </a:cubicBezTo>
                <a:close/>
              </a:path>
              <a:path w="194734" h="180624" stroke="0" extrusionOk="0">
                <a:moveTo>
                  <a:pt x="0" y="90312"/>
                </a:moveTo>
                <a:cubicBezTo>
                  <a:pt x="-2100" y="46297"/>
                  <a:pt x="44281" y="10977"/>
                  <a:pt x="97367" y="0"/>
                </a:cubicBezTo>
                <a:cubicBezTo>
                  <a:pt x="161858" y="-1636"/>
                  <a:pt x="201035" y="39466"/>
                  <a:pt x="194734" y="90312"/>
                </a:cubicBezTo>
                <a:cubicBezTo>
                  <a:pt x="189706" y="147662"/>
                  <a:pt x="159174" y="168482"/>
                  <a:pt x="97367" y="180624"/>
                </a:cubicBezTo>
                <a:cubicBezTo>
                  <a:pt x="30460" y="184111"/>
                  <a:pt x="-164" y="137994"/>
                  <a:pt x="0" y="90312"/>
                </a:cubicBezTo>
                <a:close/>
              </a:path>
            </a:pathLst>
          </a:custGeom>
          <a:solidFill>
            <a:srgbClr val="6DB1FF"/>
          </a:solidFill>
          <a:ln>
            <a:solidFill>
              <a:srgbClr val="6DB1FF"/>
            </a:solidFill>
            <a:extLst>
              <a:ext uri="{C807C97D-BFC1-408E-A445-0C87EB9F89A2}">
                <ask:lineSketchStyleProps xmlns:ask="http://schemas.microsoft.com/office/drawing/2018/sketchyshapes" sd="283741067">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36303805-C308-E8C7-BACF-CE590BA9F707}"/>
              </a:ext>
            </a:extLst>
          </p:cNvPr>
          <p:cNvSpPr/>
          <p:nvPr/>
        </p:nvSpPr>
        <p:spPr>
          <a:xfrm>
            <a:off x="6730999" y="1268021"/>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extrusionOk="0">
                <a:moveTo>
                  <a:pt x="0" y="90312"/>
                </a:moveTo>
                <a:cubicBezTo>
                  <a:pt x="5040" y="47238"/>
                  <a:pt x="45069" y="1086"/>
                  <a:pt x="97367" y="0"/>
                </a:cubicBezTo>
                <a:cubicBezTo>
                  <a:pt x="138455" y="-767"/>
                  <a:pt x="192413" y="53689"/>
                  <a:pt x="194734" y="90312"/>
                </a:cubicBezTo>
                <a:cubicBezTo>
                  <a:pt x="195360" y="124406"/>
                  <a:pt x="144262" y="173909"/>
                  <a:pt x="97367" y="180624"/>
                </a:cubicBezTo>
                <a:cubicBezTo>
                  <a:pt x="42243" y="179773"/>
                  <a:pt x="6167" y="139244"/>
                  <a:pt x="0" y="90312"/>
                </a:cubicBezTo>
                <a:close/>
              </a:path>
            </a:pathLst>
          </a:custGeom>
          <a:noFill/>
          <a:ln>
            <a:solidFill>
              <a:schemeClr val="accent1"/>
            </a:solidFill>
            <a:extLst>
              <a:ext uri="{C807C97D-BFC1-408E-A445-0C87EB9F89A2}">
                <ask:lineSketchStyleProps xmlns:ask="http://schemas.microsoft.com/office/drawing/2018/sketchyshapes" sd="1546443433">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a:extLst>
              <a:ext uri="{FF2B5EF4-FFF2-40B4-BE49-F238E27FC236}">
                <a16:creationId xmlns:a16="http://schemas.microsoft.com/office/drawing/2014/main" id="{38D09814-E2CC-D8C6-8C51-435C6592A959}"/>
              </a:ext>
            </a:extLst>
          </p:cNvPr>
          <p:cNvSpPr/>
          <p:nvPr/>
        </p:nvSpPr>
        <p:spPr>
          <a:xfrm>
            <a:off x="6730998" y="1486824"/>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4562" y="32093"/>
                  <a:pt x="37079" y="3020"/>
                  <a:pt x="97367" y="0"/>
                </a:cubicBezTo>
                <a:cubicBezTo>
                  <a:pt x="151934" y="-12489"/>
                  <a:pt x="196768" y="41155"/>
                  <a:pt x="194734" y="90312"/>
                </a:cubicBezTo>
                <a:cubicBezTo>
                  <a:pt x="191087" y="129678"/>
                  <a:pt x="161067" y="187961"/>
                  <a:pt x="97367" y="180624"/>
                </a:cubicBezTo>
                <a:cubicBezTo>
                  <a:pt x="42388" y="171961"/>
                  <a:pt x="-9046" y="137245"/>
                  <a:pt x="0" y="90312"/>
                </a:cubicBezTo>
                <a:close/>
              </a:path>
              <a:path w="194734" h="180624" stroke="0" extrusionOk="0">
                <a:moveTo>
                  <a:pt x="0" y="90312"/>
                </a:moveTo>
                <a:cubicBezTo>
                  <a:pt x="647" y="54220"/>
                  <a:pt x="31405" y="-2836"/>
                  <a:pt x="97367" y="0"/>
                </a:cubicBezTo>
                <a:cubicBezTo>
                  <a:pt x="156119" y="-18"/>
                  <a:pt x="204084" y="50640"/>
                  <a:pt x="194734" y="90312"/>
                </a:cubicBezTo>
                <a:cubicBezTo>
                  <a:pt x="205696" y="130280"/>
                  <a:pt x="143665" y="183681"/>
                  <a:pt x="97367" y="180624"/>
                </a:cubicBezTo>
                <a:cubicBezTo>
                  <a:pt x="54423" y="174813"/>
                  <a:pt x="1423" y="146612"/>
                  <a:pt x="0" y="90312"/>
                </a:cubicBezTo>
                <a:close/>
              </a:path>
            </a:pathLst>
          </a:custGeom>
          <a:solidFill>
            <a:srgbClr val="C3F7C8"/>
          </a:solidFill>
          <a:ln>
            <a:solidFill>
              <a:srgbClr val="C3F7C8"/>
            </a:solidFill>
            <a:extLst>
              <a:ext uri="{C807C97D-BFC1-408E-A445-0C87EB9F89A2}">
                <ask:lineSketchStyleProps xmlns:ask="http://schemas.microsoft.com/office/drawing/2018/sketchyshapes" sd="4220084008">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 25">
            <a:extLst>
              <a:ext uri="{FF2B5EF4-FFF2-40B4-BE49-F238E27FC236}">
                <a16:creationId xmlns:a16="http://schemas.microsoft.com/office/drawing/2014/main" id="{9B82900E-9C20-0481-27C4-71F581C26550}"/>
              </a:ext>
            </a:extLst>
          </p:cNvPr>
          <p:cNvSpPr/>
          <p:nvPr/>
        </p:nvSpPr>
        <p:spPr>
          <a:xfrm>
            <a:off x="6730999" y="1695830"/>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479" y="37263"/>
                  <a:pt x="42209" y="-9044"/>
                  <a:pt x="97367" y="0"/>
                </a:cubicBezTo>
                <a:cubicBezTo>
                  <a:pt x="138307" y="4368"/>
                  <a:pt x="180489" y="41365"/>
                  <a:pt x="194734" y="90312"/>
                </a:cubicBezTo>
                <a:cubicBezTo>
                  <a:pt x="202825" y="145591"/>
                  <a:pt x="153211" y="175286"/>
                  <a:pt x="97367" y="180624"/>
                </a:cubicBezTo>
                <a:cubicBezTo>
                  <a:pt x="39850" y="180403"/>
                  <a:pt x="-9966" y="135249"/>
                  <a:pt x="0" y="90312"/>
                </a:cubicBezTo>
                <a:close/>
              </a:path>
              <a:path w="194734" h="180624" stroke="0" extrusionOk="0">
                <a:moveTo>
                  <a:pt x="0" y="90312"/>
                </a:moveTo>
                <a:cubicBezTo>
                  <a:pt x="3074" y="40171"/>
                  <a:pt x="49624" y="2587"/>
                  <a:pt x="97367" y="0"/>
                </a:cubicBezTo>
                <a:cubicBezTo>
                  <a:pt x="143854" y="7175"/>
                  <a:pt x="187793" y="38539"/>
                  <a:pt x="194734" y="90312"/>
                </a:cubicBezTo>
                <a:cubicBezTo>
                  <a:pt x="199424" y="137463"/>
                  <a:pt x="153058" y="178909"/>
                  <a:pt x="97367" y="180624"/>
                </a:cubicBezTo>
                <a:cubicBezTo>
                  <a:pt x="45007" y="180664"/>
                  <a:pt x="3811" y="142514"/>
                  <a:pt x="0" y="90312"/>
                </a:cubicBezTo>
                <a:close/>
              </a:path>
            </a:pathLst>
          </a:custGeom>
          <a:solidFill>
            <a:srgbClr val="FF80DF"/>
          </a:solidFill>
          <a:ln>
            <a:solidFill>
              <a:srgbClr val="FF80DF"/>
            </a:solidFill>
            <a:extLst>
              <a:ext uri="{C807C97D-BFC1-408E-A445-0C87EB9F89A2}">
                <ask:lineSketchStyleProps xmlns:ask="http://schemas.microsoft.com/office/drawing/2018/sketchyshapes" sd="3140710686">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val 27">
            <a:extLst>
              <a:ext uri="{FF2B5EF4-FFF2-40B4-BE49-F238E27FC236}">
                <a16:creationId xmlns:a16="http://schemas.microsoft.com/office/drawing/2014/main" id="{6C6C6CBA-48E2-7FB1-4CD0-DB910D8FACB9}"/>
              </a:ext>
            </a:extLst>
          </p:cNvPr>
          <p:cNvSpPr/>
          <p:nvPr/>
        </p:nvSpPr>
        <p:spPr>
          <a:xfrm>
            <a:off x="6731000" y="631209"/>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10009" y="50749"/>
                  <a:pt x="52153" y="7733"/>
                  <a:pt x="97367" y="0"/>
                </a:cubicBezTo>
                <a:cubicBezTo>
                  <a:pt x="151533" y="-2957"/>
                  <a:pt x="192578" y="37683"/>
                  <a:pt x="194734" y="90312"/>
                </a:cubicBezTo>
                <a:cubicBezTo>
                  <a:pt x="190200" y="130644"/>
                  <a:pt x="156540" y="171012"/>
                  <a:pt x="97367" y="180624"/>
                </a:cubicBezTo>
                <a:cubicBezTo>
                  <a:pt x="44043" y="184250"/>
                  <a:pt x="-4321" y="135792"/>
                  <a:pt x="0" y="90312"/>
                </a:cubicBezTo>
                <a:close/>
              </a:path>
              <a:path w="194734" h="180624" stroke="0" extrusionOk="0">
                <a:moveTo>
                  <a:pt x="0" y="90312"/>
                </a:moveTo>
                <a:cubicBezTo>
                  <a:pt x="-394" y="25977"/>
                  <a:pt x="43426" y="-2583"/>
                  <a:pt x="97367" y="0"/>
                </a:cubicBezTo>
                <a:cubicBezTo>
                  <a:pt x="150954" y="-7509"/>
                  <a:pt x="196063" y="33146"/>
                  <a:pt x="194734" y="90312"/>
                </a:cubicBezTo>
                <a:cubicBezTo>
                  <a:pt x="191196" y="125968"/>
                  <a:pt x="151281" y="182423"/>
                  <a:pt x="97367" y="180624"/>
                </a:cubicBezTo>
                <a:cubicBezTo>
                  <a:pt x="30187" y="179779"/>
                  <a:pt x="-469" y="129008"/>
                  <a:pt x="0" y="90312"/>
                </a:cubicBezTo>
                <a:close/>
              </a:path>
            </a:pathLst>
          </a:custGeom>
          <a:solidFill>
            <a:srgbClr val="FFE342"/>
          </a:solidFill>
          <a:ln>
            <a:solidFill>
              <a:srgbClr val="FFE342"/>
            </a:solidFill>
            <a:extLst>
              <a:ext uri="{C807C97D-BFC1-408E-A445-0C87EB9F89A2}">
                <ask:lineSketchStyleProps xmlns:ask="http://schemas.microsoft.com/office/drawing/2018/sketchyshapes" sd="1619771458">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 name="Google Shape;102;p21">
            <a:extLst>
              <a:ext uri="{FF2B5EF4-FFF2-40B4-BE49-F238E27FC236}">
                <a16:creationId xmlns:a16="http://schemas.microsoft.com/office/drawing/2014/main" id="{398179F7-65B6-C56D-DE37-40AE67137AE6}"/>
              </a:ext>
            </a:extLst>
          </p:cNvPr>
          <p:cNvSpPr txBox="1">
            <a:spLocks noGrp="1"/>
          </p:cNvSpPr>
          <p:nvPr>
            <p:ph type="title"/>
          </p:nvPr>
        </p:nvSpPr>
        <p:spPr>
          <a:xfrm>
            <a:off x="432572" y="476574"/>
            <a:ext cx="8520600" cy="572700"/>
          </a:xfrm>
          <a:prstGeom prst="rect">
            <a:avLst/>
          </a:prstGeom>
        </p:spPr>
        <p:txBody>
          <a:bodyPr spcFirstLastPara="1" wrap="square" lIns="91425" tIns="91425" rIns="91425" bIns="91425" anchor="t" anchorCtr="0">
            <a:normAutofit fontScale="90000"/>
          </a:bodyPr>
          <a:lstStyle/>
          <a:p>
            <a:r>
              <a:rPr lang="en" b="1">
                <a:solidFill>
                  <a:srgbClr val="0C5ADB"/>
                </a:solidFill>
                <a:latin typeface="Fairwater Script"/>
              </a:rPr>
              <a:t>Conversation History Process Flow</a:t>
            </a:r>
            <a:endParaRPr lang="en-US" b="1">
              <a:solidFill>
                <a:srgbClr val="0C5ADB"/>
              </a:solidFill>
              <a:latin typeface="Fairwater Script"/>
            </a:endParaRPr>
          </a:p>
        </p:txBody>
      </p:sp>
      <p:sp>
        <p:nvSpPr>
          <p:cNvPr id="2" name="Slide Number Placeholder 1">
            <a:extLst>
              <a:ext uri="{FF2B5EF4-FFF2-40B4-BE49-F238E27FC236}">
                <a16:creationId xmlns:a16="http://schemas.microsoft.com/office/drawing/2014/main" id="{DEB66F42-76F8-A71F-E037-BB6DE80FA830}"/>
              </a:ext>
            </a:extLst>
          </p:cNvPr>
          <p:cNvSpPr>
            <a:spLocks noGrp="1"/>
          </p:cNvSpPr>
          <p:nvPr>
            <p:ph type="sldNum" idx="12"/>
          </p:nvPr>
        </p:nvSpPr>
        <p:spPr>
          <a:xfrm>
            <a:off x="8565493" y="4696444"/>
            <a:ext cx="548700" cy="393600"/>
          </a:xfrm>
        </p:spPr>
        <p:txBody>
          <a:bodyPr/>
          <a:lstStyle/>
          <a:p>
            <a:fld id="{00000000-1234-1234-1234-123412341234}" type="slidenum">
              <a:rPr lang="en"/>
              <a:t>31</a:t>
            </a:fld>
            <a:endParaRPr lang="en-GB"/>
          </a:p>
        </p:txBody>
      </p:sp>
      <p:sp>
        <p:nvSpPr>
          <p:cNvPr id="11" name="Rectangle 10">
            <a:extLst>
              <a:ext uri="{FF2B5EF4-FFF2-40B4-BE49-F238E27FC236}">
                <a16:creationId xmlns:a16="http://schemas.microsoft.com/office/drawing/2014/main" id="{67DB6A5A-F707-A64E-F14B-A8462A3EDF0A}"/>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7FF09BFE-4A4B-0D9F-2BEC-8A7DF0238BBB}"/>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
        <p:nvSpPr>
          <p:cNvPr id="13" name="Oval 12">
            <a:extLst>
              <a:ext uri="{FF2B5EF4-FFF2-40B4-BE49-F238E27FC236}">
                <a16:creationId xmlns:a16="http://schemas.microsoft.com/office/drawing/2014/main" id="{081D95F9-E6E6-D5DD-0EA7-0A2092CFD968}"/>
              </a:ext>
            </a:extLst>
          </p:cNvPr>
          <p:cNvSpPr/>
          <p:nvPr/>
        </p:nvSpPr>
        <p:spPr>
          <a:xfrm>
            <a:off x="6730999" y="1900707"/>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479" y="37263"/>
                  <a:pt x="42209" y="-9044"/>
                  <a:pt x="97367" y="0"/>
                </a:cubicBezTo>
                <a:cubicBezTo>
                  <a:pt x="138307" y="4368"/>
                  <a:pt x="180489" y="41365"/>
                  <a:pt x="194734" y="90312"/>
                </a:cubicBezTo>
                <a:cubicBezTo>
                  <a:pt x="202825" y="145591"/>
                  <a:pt x="153211" y="175286"/>
                  <a:pt x="97367" y="180624"/>
                </a:cubicBezTo>
                <a:cubicBezTo>
                  <a:pt x="39850" y="180403"/>
                  <a:pt x="-9966" y="135249"/>
                  <a:pt x="0" y="90312"/>
                </a:cubicBezTo>
                <a:close/>
              </a:path>
              <a:path w="194734" h="180624" stroke="0" extrusionOk="0">
                <a:moveTo>
                  <a:pt x="0" y="90312"/>
                </a:moveTo>
                <a:cubicBezTo>
                  <a:pt x="3074" y="40171"/>
                  <a:pt x="49624" y="2587"/>
                  <a:pt x="97367" y="0"/>
                </a:cubicBezTo>
                <a:cubicBezTo>
                  <a:pt x="143854" y="7175"/>
                  <a:pt x="187793" y="38539"/>
                  <a:pt x="194734" y="90312"/>
                </a:cubicBezTo>
                <a:cubicBezTo>
                  <a:pt x="199424" y="137463"/>
                  <a:pt x="153058" y="178909"/>
                  <a:pt x="97367" y="180624"/>
                </a:cubicBezTo>
                <a:cubicBezTo>
                  <a:pt x="45007" y="180664"/>
                  <a:pt x="3811" y="142514"/>
                  <a:pt x="0" y="90312"/>
                </a:cubicBezTo>
                <a:close/>
              </a:path>
            </a:pathLst>
          </a:custGeom>
          <a:solidFill>
            <a:srgbClr val="FC9432"/>
          </a:solidFill>
          <a:ln>
            <a:solidFill>
              <a:srgbClr val="FC9432"/>
            </a:solidFill>
            <a:extLst>
              <a:ext uri="{C807C97D-BFC1-408E-A445-0C87EB9F89A2}">
                <ask:lineSketchStyleProps xmlns:ask="http://schemas.microsoft.com/office/drawing/2018/sketchyshapes" sd="3140710686">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1A5B9C56-BFF0-06B6-3290-D2082121A4AF}"/>
              </a:ext>
            </a:extLst>
          </p:cNvPr>
          <p:cNvSpPr/>
          <p:nvPr/>
        </p:nvSpPr>
        <p:spPr>
          <a:xfrm>
            <a:off x="6730999" y="2105584"/>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479" y="37263"/>
                  <a:pt x="42209" y="-9044"/>
                  <a:pt x="97367" y="0"/>
                </a:cubicBezTo>
                <a:cubicBezTo>
                  <a:pt x="138307" y="4368"/>
                  <a:pt x="180489" y="41365"/>
                  <a:pt x="194734" y="90312"/>
                </a:cubicBezTo>
                <a:cubicBezTo>
                  <a:pt x="202825" y="145591"/>
                  <a:pt x="153211" y="175286"/>
                  <a:pt x="97367" y="180624"/>
                </a:cubicBezTo>
                <a:cubicBezTo>
                  <a:pt x="39850" y="180403"/>
                  <a:pt x="-9966" y="135249"/>
                  <a:pt x="0" y="90312"/>
                </a:cubicBezTo>
                <a:close/>
              </a:path>
              <a:path w="194734" h="180624" stroke="0" extrusionOk="0">
                <a:moveTo>
                  <a:pt x="0" y="90312"/>
                </a:moveTo>
                <a:cubicBezTo>
                  <a:pt x="3074" y="40171"/>
                  <a:pt x="49624" y="2587"/>
                  <a:pt x="97367" y="0"/>
                </a:cubicBezTo>
                <a:cubicBezTo>
                  <a:pt x="143854" y="7175"/>
                  <a:pt x="187793" y="38539"/>
                  <a:pt x="194734" y="90312"/>
                </a:cubicBezTo>
                <a:cubicBezTo>
                  <a:pt x="199424" y="137463"/>
                  <a:pt x="153058" y="178909"/>
                  <a:pt x="97367" y="180624"/>
                </a:cubicBezTo>
                <a:cubicBezTo>
                  <a:pt x="45007" y="180664"/>
                  <a:pt x="3811" y="142514"/>
                  <a:pt x="0" y="90312"/>
                </a:cubicBezTo>
                <a:close/>
              </a:path>
            </a:pathLst>
          </a:custGeom>
          <a:solidFill>
            <a:srgbClr val="00C2A8"/>
          </a:solidFill>
          <a:ln>
            <a:solidFill>
              <a:srgbClr val="00C2A8"/>
            </a:solidFill>
            <a:extLst>
              <a:ext uri="{C807C97D-BFC1-408E-A445-0C87EB9F89A2}">
                <ask:lineSketchStyleProps xmlns:ask="http://schemas.microsoft.com/office/drawing/2018/sketchyshapes" sd="3140710686">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9" name="Picture 28" descr="A computer screen shot of a diagram&#10;&#10;AI-generated content may be incorrect.">
            <a:extLst>
              <a:ext uri="{FF2B5EF4-FFF2-40B4-BE49-F238E27FC236}">
                <a16:creationId xmlns:a16="http://schemas.microsoft.com/office/drawing/2014/main" id="{F2519BF2-40C2-33B8-D4A8-01452CC5FDFC}"/>
              </a:ext>
            </a:extLst>
          </p:cNvPr>
          <p:cNvPicPr>
            <a:picLocks noChangeAspect="1"/>
          </p:cNvPicPr>
          <p:nvPr/>
        </p:nvPicPr>
        <p:blipFill>
          <a:blip r:embed="rId3"/>
          <a:stretch>
            <a:fillRect/>
          </a:stretch>
        </p:blipFill>
        <p:spPr>
          <a:xfrm>
            <a:off x="462283" y="1014122"/>
            <a:ext cx="7381946" cy="3211417"/>
          </a:xfrm>
          <a:prstGeom prst="rect">
            <a:avLst/>
          </a:prstGeom>
        </p:spPr>
      </p:pic>
    </p:spTree>
    <p:extLst>
      <p:ext uri="{BB962C8B-B14F-4D97-AF65-F5344CB8AC3E}">
        <p14:creationId xmlns:p14="http://schemas.microsoft.com/office/powerpoint/2010/main" val="22567309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65">
          <a:extLst>
            <a:ext uri="{FF2B5EF4-FFF2-40B4-BE49-F238E27FC236}">
              <a16:creationId xmlns:a16="http://schemas.microsoft.com/office/drawing/2014/main" id="{FB8092D0-0C41-762B-B0B1-76CB4768B80E}"/>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5B3BBB42-F119-71DA-3467-A4E2ACF85C54}"/>
              </a:ext>
            </a:extLst>
          </p:cNvPr>
          <p:cNvGrpSpPr/>
          <p:nvPr/>
        </p:nvGrpSpPr>
        <p:grpSpPr>
          <a:xfrm>
            <a:off x="1262" y="-142"/>
            <a:ext cx="9146016" cy="5141405"/>
            <a:chOff x="1263" y="-142"/>
            <a:chExt cx="10058400" cy="914401"/>
          </a:xfrm>
        </p:grpSpPr>
        <p:sp>
          <p:nvSpPr>
            <p:cNvPr id="3" name="Rectangle 2">
              <a:extLst>
                <a:ext uri="{FF2B5EF4-FFF2-40B4-BE49-F238E27FC236}">
                  <a16:creationId xmlns:a16="http://schemas.microsoft.com/office/drawing/2014/main" id="{10CD348F-29AA-C76D-FD2A-B7BB6DD791AF}"/>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7B6F0894-810E-7547-195F-8AC864C29037}"/>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40F05CF8-45D9-059E-7F22-F0CA50622C8F}"/>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206D1C88-588B-7890-093D-BFA9B7E8C309}"/>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56417C01-AB3F-C571-91F6-887C85B88476}"/>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D73CF84F-0B78-D8A5-CC96-C84810ECED0A}"/>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Rectangle 10">
            <a:extLst>
              <a:ext uri="{FF2B5EF4-FFF2-40B4-BE49-F238E27FC236}">
                <a16:creationId xmlns:a16="http://schemas.microsoft.com/office/drawing/2014/main" id="{CDEEE13C-9E8F-56AC-CC77-38EB953A2D4C}"/>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FD19CB02-A5CE-FE12-E789-4B1FEC5BDCA4}"/>
              </a:ext>
            </a:extLst>
          </p:cNvPr>
          <p:cNvSpPr/>
          <p:nvPr/>
        </p:nvSpPr>
        <p:spPr>
          <a:xfrm>
            <a:off x="454139" y="341831"/>
            <a:ext cx="8237349" cy="4062493"/>
          </a:xfrm>
          <a:prstGeom prst="rect">
            <a:avLst/>
          </a:prstGeom>
          <a:solidFill>
            <a:srgbClr val="126E2A"/>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Google Shape;66;p15">
            <a:extLst>
              <a:ext uri="{FF2B5EF4-FFF2-40B4-BE49-F238E27FC236}">
                <a16:creationId xmlns:a16="http://schemas.microsoft.com/office/drawing/2014/main" id="{F19B7EB6-9799-4815-A23A-01D7394D46C9}"/>
              </a:ext>
            </a:extLst>
          </p:cNvPr>
          <p:cNvSpPr txBox="1">
            <a:spLocks noGrp="1"/>
          </p:cNvSpPr>
          <p:nvPr>
            <p:ph type="title"/>
          </p:nvPr>
        </p:nvSpPr>
        <p:spPr>
          <a:xfrm>
            <a:off x="440509" y="454872"/>
            <a:ext cx="8520600" cy="572700"/>
          </a:xfrm>
          <a:prstGeom prst="rect">
            <a:avLst/>
          </a:prstGeom>
        </p:spPr>
        <p:txBody>
          <a:bodyPr spcFirstLastPara="1" wrap="square" lIns="91425" tIns="91425" rIns="91425" bIns="91425" anchor="t" anchorCtr="0">
            <a:normAutofit fontScale="90000"/>
          </a:bodyPr>
          <a:lstStyle/>
          <a:p>
            <a:r>
              <a:rPr lang="en">
                <a:solidFill>
                  <a:schemeClr val="accent6">
                    <a:lumMod val="20000"/>
                    <a:lumOff val="80000"/>
                  </a:schemeClr>
                </a:solidFill>
                <a:latin typeface="Fairwater Script"/>
              </a:rPr>
              <a:t>Prompt Engineering Algorithm</a:t>
            </a:r>
            <a:br>
              <a:rPr lang="en">
                <a:solidFill>
                  <a:schemeClr val="accent6">
                    <a:lumMod val="20000"/>
                    <a:lumOff val="80000"/>
                  </a:schemeClr>
                </a:solidFill>
                <a:latin typeface="Fairwater Script"/>
              </a:rPr>
            </a:br>
            <a:br>
              <a:rPr lang="en">
                <a:solidFill>
                  <a:schemeClr val="accent6">
                    <a:lumMod val="20000"/>
                    <a:lumOff val="80000"/>
                  </a:schemeClr>
                </a:solidFill>
                <a:latin typeface="Fairwater Script"/>
              </a:rPr>
            </a:br>
            <a:endParaRPr lang="en"/>
          </a:p>
          <a:p>
            <a:endParaRPr lang="en"/>
          </a:p>
        </p:txBody>
      </p:sp>
      <p:sp>
        <p:nvSpPr>
          <p:cNvPr id="2" name="Slide Number Placeholder 1">
            <a:extLst>
              <a:ext uri="{FF2B5EF4-FFF2-40B4-BE49-F238E27FC236}">
                <a16:creationId xmlns:a16="http://schemas.microsoft.com/office/drawing/2014/main" id="{C4C392EC-FBE6-B308-B714-BD85131E2793}"/>
              </a:ext>
            </a:extLst>
          </p:cNvPr>
          <p:cNvSpPr>
            <a:spLocks noGrp="1"/>
          </p:cNvSpPr>
          <p:nvPr>
            <p:ph type="sldNum" idx="12"/>
          </p:nvPr>
        </p:nvSpPr>
        <p:spPr>
          <a:xfrm>
            <a:off x="8595439" y="4750027"/>
            <a:ext cx="548700" cy="393600"/>
          </a:xfrm>
        </p:spPr>
        <p:txBody>
          <a:bodyPr/>
          <a:lstStyle/>
          <a:p>
            <a:fld id="{00000000-1234-1234-1234-123412341234}" type="slidenum">
              <a:rPr lang="en"/>
              <a:t>32</a:t>
            </a:fld>
            <a:endParaRPr lang="en-GB"/>
          </a:p>
        </p:txBody>
      </p:sp>
      <p:sp>
        <p:nvSpPr>
          <p:cNvPr id="12" name="Rectangle 11">
            <a:extLst>
              <a:ext uri="{FF2B5EF4-FFF2-40B4-BE49-F238E27FC236}">
                <a16:creationId xmlns:a16="http://schemas.microsoft.com/office/drawing/2014/main" id="{AC6DE084-169F-2665-7655-E640B365AA99}"/>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FC195068-5FE5-B3C6-7967-C6E9C88C85A4}"/>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
        <p:nvSpPr>
          <p:cNvPr id="15" name="Text Placeholder 2">
            <a:extLst>
              <a:ext uri="{FF2B5EF4-FFF2-40B4-BE49-F238E27FC236}">
                <a16:creationId xmlns:a16="http://schemas.microsoft.com/office/drawing/2014/main" id="{38392FAB-F81F-8CBF-0885-3876E0E8A717}"/>
              </a:ext>
            </a:extLst>
          </p:cNvPr>
          <p:cNvSpPr>
            <a:spLocks noGrp="1"/>
          </p:cNvSpPr>
          <p:nvPr>
            <p:ph type="body" idx="1"/>
          </p:nvPr>
        </p:nvSpPr>
        <p:spPr>
          <a:xfrm>
            <a:off x="85370" y="879221"/>
            <a:ext cx="8234850" cy="3485905"/>
          </a:xfrm>
        </p:spPr>
        <p:txBody>
          <a:bodyPr>
            <a:normAutofit/>
          </a:bodyPr>
          <a:lstStyle/>
          <a:p>
            <a:pPr marL="800100">
              <a:lnSpc>
                <a:spcPct val="110000"/>
              </a:lnSpc>
              <a:buClr>
                <a:srgbClr val="FCFFD9"/>
              </a:buClr>
              <a:buAutoNum type="arabicPeriod"/>
            </a:pPr>
            <a:r>
              <a:rPr lang="en-US">
                <a:solidFill>
                  <a:srgbClr val="FBFFD9"/>
                </a:solidFill>
                <a:latin typeface="Calibri"/>
                <a:ea typeface="Calibri"/>
                <a:cs typeface="Calibri"/>
              </a:rPr>
              <a:t>The module begins by normalizing and parsing the original prompt plain text.</a:t>
            </a:r>
          </a:p>
          <a:p>
            <a:pPr marL="800100">
              <a:lnSpc>
                <a:spcPct val="110000"/>
              </a:lnSpc>
              <a:buClr>
                <a:srgbClr val="FCFFD9"/>
              </a:buClr>
              <a:buAutoNum type="arabicPeriod"/>
            </a:pPr>
            <a:r>
              <a:rPr lang="en-US">
                <a:solidFill>
                  <a:srgbClr val="FBFFD9"/>
                </a:solidFill>
                <a:latin typeface="Calibri"/>
                <a:ea typeface="Calibri"/>
                <a:cs typeface="Calibri"/>
              </a:rPr>
              <a:t>The original prompt will be scanned for banned asks </a:t>
            </a:r>
          </a:p>
          <a:p>
            <a:pPr marL="1257300" lvl="1">
              <a:lnSpc>
                <a:spcPct val="110000"/>
              </a:lnSpc>
              <a:buClr>
                <a:srgbClr val="FCFFD9"/>
              </a:buClr>
              <a:buSzPts val="1800"/>
              <a:buFont typeface="Courier New"/>
              <a:buChar char="o"/>
            </a:pPr>
            <a:r>
              <a:rPr lang="en-US">
                <a:solidFill>
                  <a:srgbClr val="FBFFD9"/>
                </a:solidFill>
                <a:latin typeface="Calibri"/>
                <a:ea typeface="Calibri"/>
                <a:cs typeface="Calibri"/>
              </a:rPr>
              <a:t>Direct answer requests, plagiarism, or violations of LLM terms of use.</a:t>
            </a:r>
          </a:p>
          <a:p>
            <a:pPr marL="800100">
              <a:lnSpc>
                <a:spcPct val="110000"/>
              </a:lnSpc>
              <a:buClr>
                <a:srgbClr val="FCFFD9"/>
              </a:buClr>
              <a:buAutoNum type="arabicPeriod"/>
            </a:pPr>
            <a:r>
              <a:rPr lang="en-US">
                <a:solidFill>
                  <a:srgbClr val="FBFFD9"/>
                </a:solidFill>
                <a:latin typeface="Calibri"/>
                <a:ea typeface="Calibri"/>
                <a:cs typeface="Calibri"/>
              </a:rPr>
              <a:t>A semantic search will pull relevant excerpts from provided context. </a:t>
            </a:r>
          </a:p>
          <a:p>
            <a:pPr marL="1257300" lvl="1">
              <a:lnSpc>
                <a:spcPct val="110000"/>
              </a:lnSpc>
              <a:buClr>
                <a:srgbClr val="FCFFD9"/>
              </a:buClr>
              <a:buSzPts val="1800"/>
              <a:buFont typeface="Courier New"/>
              <a:buChar char="o"/>
            </a:pPr>
            <a:r>
              <a:rPr lang="en-US">
                <a:solidFill>
                  <a:srgbClr val="FBFFD9"/>
                </a:solidFill>
                <a:latin typeface="Calibri"/>
                <a:ea typeface="Calibri"/>
                <a:cs typeface="Calibri"/>
              </a:rPr>
              <a:t>The provided context will be in the form of question text, rubrics, and solutions.</a:t>
            </a:r>
          </a:p>
          <a:p>
            <a:pPr marL="800100">
              <a:lnSpc>
                <a:spcPct val="110000"/>
              </a:lnSpc>
              <a:buClr>
                <a:srgbClr val="FCFFD9"/>
              </a:buClr>
              <a:buAutoNum type="arabicPeriod"/>
            </a:pPr>
            <a:r>
              <a:rPr lang="en-US">
                <a:solidFill>
                  <a:srgbClr val="FBFFD9"/>
                </a:solidFill>
                <a:latin typeface="Calibri"/>
                <a:ea typeface="Calibri"/>
                <a:cs typeface="Calibri"/>
              </a:rPr>
              <a:t>A command prompt is sent to the LLM to produce an adjusted prompt that will return a guidance-only response based on the original prompt and provided context.</a:t>
            </a:r>
          </a:p>
          <a:p>
            <a:pPr marL="800100">
              <a:lnSpc>
                <a:spcPct val="110000"/>
              </a:lnSpc>
              <a:buClr>
                <a:srgbClr val="FCFFD9"/>
              </a:buClr>
              <a:buAutoNum type="arabicPeriod"/>
            </a:pPr>
            <a:r>
              <a:rPr lang="en-US">
                <a:solidFill>
                  <a:srgbClr val="FBFFD9"/>
                </a:solidFill>
                <a:latin typeface="Calibri"/>
                <a:ea typeface="Calibri"/>
                <a:cs typeface="Calibri"/>
              </a:rPr>
              <a:t>The newly adjusted prompt is then sent to the Content Validation Algorithm and then displayed to the user if validated.</a:t>
            </a:r>
          </a:p>
          <a:p>
            <a:pPr marL="800100">
              <a:lnSpc>
                <a:spcPct val="110000"/>
              </a:lnSpc>
              <a:buClr>
                <a:srgbClr val="FCFFD9"/>
              </a:buClr>
              <a:buAutoNum type="arabicPeriod"/>
            </a:pPr>
            <a:endParaRPr lang="en-US">
              <a:solidFill>
                <a:srgbClr val="FBFFD9"/>
              </a:solidFill>
              <a:latin typeface="Calibri"/>
              <a:ea typeface="Calibri"/>
              <a:cs typeface="Calibri"/>
            </a:endParaRPr>
          </a:p>
          <a:p>
            <a:pPr marL="939800" lvl="1" indent="0">
              <a:lnSpc>
                <a:spcPct val="110000"/>
              </a:lnSpc>
              <a:buClr>
                <a:srgbClr val="FCFFD9"/>
              </a:buClr>
              <a:buNone/>
            </a:pPr>
            <a:endParaRPr lang="en-US">
              <a:solidFill>
                <a:srgbClr val="FBFFD9"/>
              </a:solidFill>
              <a:latin typeface="Calibri"/>
              <a:ea typeface="Calibri"/>
              <a:cs typeface="Calibri"/>
            </a:endParaRPr>
          </a:p>
          <a:p>
            <a:pPr marL="800100">
              <a:lnSpc>
                <a:spcPct val="110000"/>
              </a:lnSpc>
              <a:buClr>
                <a:srgbClr val="FCFFD9"/>
              </a:buClr>
              <a:buAutoNum type="arabicPeriod"/>
            </a:pPr>
            <a:endParaRPr lang="en-US">
              <a:solidFill>
                <a:srgbClr val="595959"/>
              </a:solidFill>
              <a:ea typeface="Calibri"/>
            </a:endParaRPr>
          </a:p>
          <a:p>
            <a:pPr marL="800100">
              <a:lnSpc>
                <a:spcPct val="110000"/>
              </a:lnSpc>
              <a:buClr>
                <a:srgbClr val="FCFFD9"/>
              </a:buClr>
              <a:buAutoNum type="arabicPeriod"/>
            </a:pPr>
            <a:endParaRPr lang="en-US">
              <a:solidFill>
                <a:srgbClr val="FBFFD9"/>
              </a:solidFill>
              <a:latin typeface="Calibri"/>
              <a:ea typeface="Calibri"/>
              <a:cs typeface="Calibri"/>
            </a:endParaRPr>
          </a:p>
          <a:p>
            <a:pPr marL="800100">
              <a:lnSpc>
                <a:spcPct val="110000"/>
              </a:lnSpc>
              <a:buClr>
                <a:srgbClr val="FCFFD9"/>
              </a:buClr>
              <a:buAutoNum type="arabicPeriod"/>
            </a:pPr>
            <a:endParaRPr lang="en-US">
              <a:solidFill>
                <a:srgbClr val="FBFFD9"/>
              </a:solidFill>
              <a:latin typeface="Calibri"/>
              <a:ea typeface="Calibri"/>
              <a:cs typeface="Calibri"/>
            </a:endParaRPr>
          </a:p>
          <a:p>
            <a:pPr marL="800100">
              <a:lnSpc>
                <a:spcPct val="110000"/>
              </a:lnSpc>
              <a:buClr>
                <a:srgbClr val="FCFFD9"/>
              </a:buClr>
              <a:buAutoNum type="arabicPeriod"/>
            </a:pPr>
            <a:endParaRPr lang="en-US">
              <a:solidFill>
                <a:srgbClr val="FBFFD9"/>
              </a:solidFill>
              <a:latin typeface="Calibri"/>
              <a:ea typeface="Calibri"/>
              <a:cs typeface="Calibri"/>
            </a:endParaRPr>
          </a:p>
          <a:p>
            <a:pPr marL="800100">
              <a:lnSpc>
                <a:spcPct val="110000"/>
              </a:lnSpc>
              <a:buClr>
                <a:srgbClr val="FCFFD9"/>
              </a:buClr>
              <a:buAutoNum type="arabicPeriod"/>
            </a:pPr>
            <a:endParaRPr lang="en-US">
              <a:solidFill>
                <a:srgbClr val="FBFFD9"/>
              </a:solidFill>
              <a:latin typeface="Calibri"/>
              <a:ea typeface="Calibri"/>
              <a:cs typeface="Calibri"/>
            </a:endParaRPr>
          </a:p>
          <a:p>
            <a:pPr marL="114300" indent="0">
              <a:lnSpc>
                <a:spcPct val="110000"/>
              </a:lnSpc>
              <a:buClr>
                <a:srgbClr val="595959"/>
              </a:buClr>
              <a:buNone/>
            </a:pPr>
            <a:endParaRPr lang="en-US">
              <a:solidFill>
                <a:srgbClr val="595959"/>
              </a:solidFill>
              <a:ea typeface="Calibri"/>
            </a:endParaRPr>
          </a:p>
        </p:txBody>
      </p:sp>
    </p:spTree>
    <p:extLst>
      <p:ext uri="{BB962C8B-B14F-4D97-AF65-F5344CB8AC3E}">
        <p14:creationId xmlns:p14="http://schemas.microsoft.com/office/powerpoint/2010/main" val="13313326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101">
          <a:extLst>
            <a:ext uri="{FF2B5EF4-FFF2-40B4-BE49-F238E27FC236}">
              <a16:creationId xmlns:a16="http://schemas.microsoft.com/office/drawing/2014/main" id="{A858F048-6210-8C19-BE40-8879CF59606A}"/>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C6F24E06-733E-1145-06FC-7BBF5A68B4B8}"/>
              </a:ext>
            </a:extLst>
          </p:cNvPr>
          <p:cNvGrpSpPr/>
          <p:nvPr/>
        </p:nvGrpSpPr>
        <p:grpSpPr>
          <a:xfrm>
            <a:off x="1261" y="3346"/>
            <a:ext cx="9146016" cy="5141405"/>
            <a:chOff x="1263" y="-142"/>
            <a:chExt cx="10058400" cy="914401"/>
          </a:xfrm>
        </p:grpSpPr>
        <p:sp>
          <p:nvSpPr>
            <p:cNvPr id="4" name="Rectangle 3">
              <a:extLst>
                <a:ext uri="{FF2B5EF4-FFF2-40B4-BE49-F238E27FC236}">
                  <a16:creationId xmlns:a16="http://schemas.microsoft.com/office/drawing/2014/main" id="{9AF3F76E-338C-2DD9-F96B-50AD9EE1A180}"/>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B6EF755C-08D2-A014-06FB-90EC9B14CA22}"/>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6E75E911-47D9-F349-7D51-D4B67B019DF3}"/>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FA7C23CF-21BB-4D3E-263C-350D02F6FCB7}"/>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2E452544-CE74-56BF-C3A0-2C610F00D044}"/>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C8B64F4B-C69B-BBCF-D51E-79F378192E39}"/>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2" name="Rectangle 11">
            <a:extLst>
              <a:ext uri="{FF2B5EF4-FFF2-40B4-BE49-F238E27FC236}">
                <a16:creationId xmlns:a16="http://schemas.microsoft.com/office/drawing/2014/main" id="{B977F3B7-BF66-4E85-6C19-AD3F1620347D}"/>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E1BA941-70E4-E970-559A-88EAED7A440C}"/>
              </a:ext>
            </a:extLst>
          </p:cNvPr>
          <p:cNvSpPr/>
          <p:nvPr/>
        </p:nvSpPr>
        <p:spPr>
          <a:xfrm>
            <a:off x="454139" y="341831"/>
            <a:ext cx="8237349" cy="4062493"/>
          </a:xfrm>
          <a:prstGeom prst="rect">
            <a:avLst/>
          </a:prstGeom>
          <a:solidFill>
            <a:schemeClr val="bg1"/>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F0F27641-4B3B-D6E2-1C36-CFD47A8BC501}"/>
              </a:ext>
            </a:extLst>
          </p:cNvPr>
          <p:cNvSpPr txBox="1"/>
          <p:nvPr/>
        </p:nvSpPr>
        <p:spPr>
          <a:xfrm>
            <a:off x="6893277" y="338666"/>
            <a:ext cx="1797755"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b="1">
                <a:solidFill>
                  <a:schemeClr val="accent1">
                    <a:lumMod val="76000"/>
                  </a:schemeClr>
                </a:solidFill>
                <a:latin typeface="Calibri"/>
              </a:rPr>
              <a:t>Key</a:t>
            </a:r>
          </a:p>
          <a:p>
            <a:r>
              <a:rPr lang="en-GB" b="1">
                <a:solidFill>
                  <a:schemeClr val="accent1">
                    <a:lumMod val="76000"/>
                  </a:schemeClr>
                </a:solidFill>
                <a:latin typeface="Calibri"/>
              </a:rPr>
              <a:t>- Start Point</a:t>
            </a:r>
          </a:p>
          <a:p>
            <a:r>
              <a:rPr lang="en-GB" b="1">
                <a:solidFill>
                  <a:schemeClr val="accent1">
                    <a:lumMod val="76000"/>
                  </a:schemeClr>
                </a:solidFill>
                <a:latin typeface="Calibri"/>
              </a:rPr>
              <a:t>- Scenario</a:t>
            </a:r>
          </a:p>
          <a:p>
            <a:r>
              <a:rPr lang="en-GB" b="1">
                <a:solidFill>
                  <a:schemeClr val="accent1">
                    <a:lumMod val="76000"/>
                  </a:schemeClr>
                </a:solidFill>
                <a:latin typeface="Calibri"/>
              </a:rPr>
              <a:t>- Event</a:t>
            </a:r>
          </a:p>
          <a:p>
            <a:r>
              <a:rPr lang="en-GB" b="1">
                <a:solidFill>
                  <a:schemeClr val="accent1">
                    <a:lumMod val="76000"/>
                  </a:schemeClr>
                </a:solidFill>
                <a:latin typeface="Calibri"/>
              </a:rPr>
              <a:t>- Decision</a:t>
            </a:r>
          </a:p>
          <a:p>
            <a:r>
              <a:rPr lang="en-GB" b="1">
                <a:solidFill>
                  <a:schemeClr val="accent1">
                    <a:lumMod val="76000"/>
                  </a:schemeClr>
                </a:solidFill>
                <a:latin typeface="Calibri"/>
              </a:rPr>
              <a:t>- Outcome</a:t>
            </a:r>
          </a:p>
          <a:p>
            <a:r>
              <a:rPr lang="en-GB" b="1">
                <a:solidFill>
                  <a:schemeClr val="accent1">
                    <a:lumMod val="76000"/>
                  </a:schemeClr>
                </a:solidFill>
                <a:latin typeface="Calibri"/>
              </a:rPr>
              <a:t>- External Data</a:t>
            </a:r>
          </a:p>
          <a:p>
            <a:r>
              <a:rPr lang="en-GB" b="1">
                <a:solidFill>
                  <a:schemeClr val="accent1">
                    <a:lumMod val="76000"/>
                  </a:schemeClr>
                </a:solidFill>
                <a:latin typeface="Calibri"/>
              </a:rPr>
              <a:t>- Database</a:t>
            </a:r>
            <a:br>
              <a:rPr lang="en-GB" b="1">
                <a:solidFill>
                  <a:schemeClr val="accent1">
                    <a:lumMod val="76000"/>
                  </a:schemeClr>
                </a:solidFill>
                <a:latin typeface="Calibri"/>
              </a:rPr>
            </a:br>
            <a:r>
              <a:rPr lang="en-GB" b="1">
                <a:solidFill>
                  <a:schemeClr val="accent1">
                    <a:lumMod val="76000"/>
                  </a:schemeClr>
                </a:solidFill>
                <a:latin typeface="Calibri"/>
              </a:rPr>
              <a:t>- </a:t>
            </a:r>
            <a:r>
              <a:rPr lang="en-GB" b="1">
                <a:solidFill>
                  <a:schemeClr val="accent1">
                    <a:lumMod val="76000"/>
                  </a:schemeClr>
                </a:solidFill>
                <a:latin typeface="Calibri"/>
                <a:ea typeface="Calibri"/>
                <a:cs typeface="Calibri"/>
              </a:rPr>
              <a:t>External Process</a:t>
            </a:r>
          </a:p>
        </p:txBody>
      </p:sp>
      <p:sp>
        <p:nvSpPr>
          <p:cNvPr id="18" name="Oval 17">
            <a:extLst>
              <a:ext uri="{FF2B5EF4-FFF2-40B4-BE49-F238E27FC236}">
                <a16:creationId xmlns:a16="http://schemas.microsoft.com/office/drawing/2014/main" id="{951E01E4-2FA8-E515-CD52-A509FA6C6BF7}"/>
              </a:ext>
            </a:extLst>
          </p:cNvPr>
          <p:cNvSpPr/>
          <p:nvPr/>
        </p:nvSpPr>
        <p:spPr>
          <a:xfrm>
            <a:off x="6731000" y="846746"/>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3038" y="36530"/>
                  <a:pt x="41453" y="-1917"/>
                  <a:pt x="97367" y="0"/>
                </a:cubicBezTo>
                <a:cubicBezTo>
                  <a:pt x="157572" y="-7337"/>
                  <a:pt x="203932" y="50601"/>
                  <a:pt x="194734" y="90312"/>
                </a:cubicBezTo>
                <a:cubicBezTo>
                  <a:pt x="182901" y="145105"/>
                  <a:pt x="151762" y="179386"/>
                  <a:pt x="97367" y="180624"/>
                </a:cubicBezTo>
                <a:cubicBezTo>
                  <a:pt x="50965" y="181272"/>
                  <a:pt x="-1547" y="150814"/>
                  <a:pt x="0" y="90312"/>
                </a:cubicBezTo>
                <a:close/>
              </a:path>
              <a:path w="194734" h="180624" stroke="0" extrusionOk="0">
                <a:moveTo>
                  <a:pt x="0" y="90312"/>
                </a:moveTo>
                <a:cubicBezTo>
                  <a:pt x="-2864" y="31444"/>
                  <a:pt x="35333" y="711"/>
                  <a:pt x="97367" y="0"/>
                </a:cubicBezTo>
                <a:cubicBezTo>
                  <a:pt x="144485" y="9273"/>
                  <a:pt x="190726" y="36221"/>
                  <a:pt x="194734" y="90312"/>
                </a:cubicBezTo>
                <a:cubicBezTo>
                  <a:pt x="199738" y="148649"/>
                  <a:pt x="156124" y="181967"/>
                  <a:pt x="97367" y="180624"/>
                </a:cubicBezTo>
                <a:cubicBezTo>
                  <a:pt x="39070" y="183763"/>
                  <a:pt x="-10555" y="130692"/>
                  <a:pt x="0" y="90312"/>
                </a:cubicBezTo>
                <a:close/>
              </a:path>
            </a:pathLst>
          </a:custGeom>
          <a:solidFill>
            <a:srgbClr val="9391FF"/>
          </a:solidFill>
          <a:ln>
            <a:solidFill>
              <a:srgbClr val="9391FF"/>
            </a:solidFill>
            <a:extLst>
              <a:ext uri="{C807C97D-BFC1-408E-A445-0C87EB9F89A2}">
                <ask:lineSketchStyleProps xmlns:ask="http://schemas.microsoft.com/office/drawing/2018/sketchyshapes" sd="3499211612">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1B9942A6-9B94-3022-AB1E-1520F186F5E8}"/>
              </a:ext>
            </a:extLst>
          </p:cNvPr>
          <p:cNvSpPr/>
          <p:nvPr/>
        </p:nvSpPr>
        <p:spPr>
          <a:xfrm>
            <a:off x="6730999" y="1059016"/>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8410" y="27382"/>
                  <a:pt x="40680" y="-1606"/>
                  <a:pt x="97367" y="0"/>
                </a:cubicBezTo>
                <a:cubicBezTo>
                  <a:pt x="143826" y="9689"/>
                  <a:pt x="190824" y="42687"/>
                  <a:pt x="194734" y="90312"/>
                </a:cubicBezTo>
                <a:cubicBezTo>
                  <a:pt x="190963" y="138341"/>
                  <a:pt x="153104" y="174465"/>
                  <a:pt x="97367" y="180624"/>
                </a:cubicBezTo>
                <a:cubicBezTo>
                  <a:pt x="40073" y="177161"/>
                  <a:pt x="5383" y="136941"/>
                  <a:pt x="0" y="90312"/>
                </a:cubicBezTo>
                <a:close/>
              </a:path>
              <a:path w="194734" h="180624" stroke="0" extrusionOk="0">
                <a:moveTo>
                  <a:pt x="0" y="90312"/>
                </a:moveTo>
                <a:cubicBezTo>
                  <a:pt x="-2100" y="46297"/>
                  <a:pt x="44281" y="10977"/>
                  <a:pt x="97367" y="0"/>
                </a:cubicBezTo>
                <a:cubicBezTo>
                  <a:pt x="161858" y="-1636"/>
                  <a:pt x="201035" y="39466"/>
                  <a:pt x="194734" y="90312"/>
                </a:cubicBezTo>
                <a:cubicBezTo>
                  <a:pt x="189706" y="147662"/>
                  <a:pt x="159174" y="168482"/>
                  <a:pt x="97367" y="180624"/>
                </a:cubicBezTo>
                <a:cubicBezTo>
                  <a:pt x="30460" y="184111"/>
                  <a:pt x="-164" y="137994"/>
                  <a:pt x="0" y="90312"/>
                </a:cubicBezTo>
                <a:close/>
              </a:path>
            </a:pathLst>
          </a:custGeom>
          <a:solidFill>
            <a:srgbClr val="6DB1FF"/>
          </a:solidFill>
          <a:ln>
            <a:solidFill>
              <a:srgbClr val="6DB1FF"/>
            </a:solidFill>
            <a:extLst>
              <a:ext uri="{C807C97D-BFC1-408E-A445-0C87EB9F89A2}">
                <ask:lineSketchStyleProps xmlns:ask="http://schemas.microsoft.com/office/drawing/2018/sketchyshapes" sd="283741067">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3CE689F2-B46D-CF8D-E1E1-62F561DCB4C7}"/>
              </a:ext>
            </a:extLst>
          </p:cNvPr>
          <p:cNvSpPr/>
          <p:nvPr/>
        </p:nvSpPr>
        <p:spPr>
          <a:xfrm>
            <a:off x="6730999" y="1268021"/>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extrusionOk="0">
                <a:moveTo>
                  <a:pt x="0" y="90312"/>
                </a:moveTo>
                <a:cubicBezTo>
                  <a:pt x="5040" y="47238"/>
                  <a:pt x="45069" y="1086"/>
                  <a:pt x="97367" y="0"/>
                </a:cubicBezTo>
                <a:cubicBezTo>
                  <a:pt x="138455" y="-767"/>
                  <a:pt x="192413" y="53689"/>
                  <a:pt x="194734" y="90312"/>
                </a:cubicBezTo>
                <a:cubicBezTo>
                  <a:pt x="195360" y="124406"/>
                  <a:pt x="144262" y="173909"/>
                  <a:pt x="97367" y="180624"/>
                </a:cubicBezTo>
                <a:cubicBezTo>
                  <a:pt x="42243" y="179773"/>
                  <a:pt x="6167" y="139244"/>
                  <a:pt x="0" y="90312"/>
                </a:cubicBezTo>
                <a:close/>
              </a:path>
            </a:pathLst>
          </a:custGeom>
          <a:noFill/>
          <a:ln>
            <a:solidFill>
              <a:schemeClr val="accent1"/>
            </a:solidFill>
            <a:extLst>
              <a:ext uri="{C807C97D-BFC1-408E-A445-0C87EB9F89A2}">
                <ask:lineSketchStyleProps xmlns:ask="http://schemas.microsoft.com/office/drawing/2018/sketchyshapes" sd="1546443433">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a:extLst>
              <a:ext uri="{FF2B5EF4-FFF2-40B4-BE49-F238E27FC236}">
                <a16:creationId xmlns:a16="http://schemas.microsoft.com/office/drawing/2014/main" id="{7D4A9DFA-AD32-EE03-DB03-EBB4BACE37C3}"/>
              </a:ext>
            </a:extLst>
          </p:cNvPr>
          <p:cNvSpPr/>
          <p:nvPr/>
        </p:nvSpPr>
        <p:spPr>
          <a:xfrm>
            <a:off x="6730998" y="1486824"/>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4562" y="32093"/>
                  <a:pt x="37079" y="3020"/>
                  <a:pt x="97367" y="0"/>
                </a:cubicBezTo>
                <a:cubicBezTo>
                  <a:pt x="151934" y="-12489"/>
                  <a:pt x="196768" y="41155"/>
                  <a:pt x="194734" y="90312"/>
                </a:cubicBezTo>
                <a:cubicBezTo>
                  <a:pt x="191087" y="129678"/>
                  <a:pt x="161067" y="187961"/>
                  <a:pt x="97367" y="180624"/>
                </a:cubicBezTo>
                <a:cubicBezTo>
                  <a:pt x="42388" y="171961"/>
                  <a:pt x="-9046" y="137245"/>
                  <a:pt x="0" y="90312"/>
                </a:cubicBezTo>
                <a:close/>
              </a:path>
              <a:path w="194734" h="180624" stroke="0" extrusionOk="0">
                <a:moveTo>
                  <a:pt x="0" y="90312"/>
                </a:moveTo>
                <a:cubicBezTo>
                  <a:pt x="647" y="54220"/>
                  <a:pt x="31405" y="-2836"/>
                  <a:pt x="97367" y="0"/>
                </a:cubicBezTo>
                <a:cubicBezTo>
                  <a:pt x="156119" y="-18"/>
                  <a:pt x="204084" y="50640"/>
                  <a:pt x="194734" y="90312"/>
                </a:cubicBezTo>
                <a:cubicBezTo>
                  <a:pt x="205696" y="130280"/>
                  <a:pt x="143665" y="183681"/>
                  <a:pt x="97367" y="180624"/>
                </a:cubicBezTo>
                <a:cubicBezTo>
                  <a:pt x="54423" y="174813"/>
                  <a:pt x="1423" y="146612"/>
                  <a:pt x="0" y="90312"/>
                </a:cubicBezTo>
                <a:close/>
              </a:path>
            </a:pathLst>
          </a:custGeom>
          <a:solidFill>
            <a:srgbClr val="C3F7C8"/>
          </a:solidFill>
          <a:ln>
            <a:solidFill>
              <a:srgbClr val="C3F7C8"/>
            </a:solidFill>
            <a:extLst>
              <a:ext uri="{C807C97D-BFC1-408E-A445-0C87EB9F89A2}">
                <ask:lineSketchStyleProps xmlns:ask="http://schemas.microsoft.com/office/drawing/2018/sketchyshapes" sd="4220084008">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 25">
            <a:extLst>
              <a:ext uri="{FF2B5EF4-FFF2-40B4-BE49-F238E27FC236}">
                <a16:creationId xmlns:a16="http://schemas.microsoft.com/office/drawing/2014/main" id="{E5B8F197-67DE-B9C8-C8BF-3287F85AE4C9}"/>
              </a:ext>
            </a:extLst>
          </p:cNvPr>
          <p:cNvSpPr/>
          <p:nvPr/>
        </p:nvSpPr>
        <p:spPr>
          <a:xfrm>
            <a:off x="6730999" y="1695830"/>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479" y="37263"/>
                  <a:pt x="42209" y="-9044"/>
                  <a:pt x="97367" y="0"/>
                </a:cubicBezTo>
                <a:cubicBezTo>
                  <a:pt x="138307" y="4368"/>
                  <a:pt x="180489" y="41365"/>
                  <a:pt x="194734" y="90312"/>
                </a:cubicBezTo>
                <a:cubicBezTo>
                  <a:pt x="202825" y="145591"/>
                  <a:pt x="153211" y="175286"/>
                  <a:pt x="97367" y="180624"/>
                </a:cubicBezTo>
                <a:cubicBezTo>
                  <a:pt x="39850" y="180403"/>
                  <a:pt x="-9966" y="135249"/>
                  <a:pt x="0" y="90312"/>
                </a:cubicBezTo>
                <a:close/>
              </a:path>
              <a:path w="194734" h="180624" stroke="0" extrusionOk="0">
                <a:moveTo>
                  <a:pt x="0" y="90312"/>
                </a:moveTo>
                <a:cubicBezTo>
                  <a:pt x="3074" y="40171"/>
                  <a:pt x="49624" y="2587"/>
                  <a:pt x="97367" y="0"/>
                </a:cubicBezTo>
                <a:cubicBezTo>
                  <a:pt x="143854" y="7175"/>
                  <a:pt x="187793" y="38539"/>
                  <a:pt x="194734" y="90312"/>
                </a:cubicBezTo>
                <a:cubicBezTo>
                  <a:pt x="199424" y="137463"/>
                  <a:pt x="153058" y="178909"/>
                  <a:pt x="97367" y="180624"/>
                </a:cubicBezTo>
                <a:cubicBezTo>
                  <a:pt x="45007" y="180664"/>
                  <a:pt x="3811" y="142514"/>
                  <a:pt x="0" y="90312"/>
                </a:cubicBezTo>
                <a:close/>
              </a:path>
            </a:pathLst>
          </a:custGeom>
          <a:solidFill>
            <a:srgbClr val="FF80DF"/>
          </a:solidFill>
          <a:ln>
            <a:solidFill>
              <a:srgbClr val="FF80DF"/>
            </a:solidFill>
            <a:extLst>
              <a:ext uri="{C807C97D-BFC1-408E-A445-0C87EB9F89A2}">
                <ask:lineSketchStyleProps xmlns:ask="http://schemas.microsoft.com/office/drawing/2018/sketchyshapes" sd="3140710686">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val 27">
            <a:extLst>
              <a:ext uri="{FF2B5EF4-FFF2-40B4-BE49-F238E27FC236}">
                <a16:creationId xmlns:a16="http://schemas.microsoft.com/office/drawing/2014/main" id="{582DC829-E440-6F2A-3A87-992DFFE21631}"/>
              </a:ext>
            </a:extLst>
          </p:cNvPr>
          <p:cNvSpPr/>
          <p:nvPr/>
        </p:nvSpPr>
        <p:spPr>
          <a:xfrm>
            <a:off x="6731000" y="631209"/>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10009" y="50749"/>
                  <a:pt x="52153" y="7733"/>
                  <a:pt x="97367" y="0"/>
                </a:cubicBezTo>
                <a:cubicBezTo>
                  <a:pt x="151533" y="-2957"/>
                  <a:pt x="192578" y="37683"/>
                  <a:pt x="194734" y="90312"/>
                </a:cubicBezTo>
                <a:cubicBezTo>
                  <a:pt x="190200" y="130644"/>
                  <a:pt x="156540" y="171012"/>
                  <a:pt x="97367" y="180624"/>
                </a:cubicBezTo>
                <a:cubicBezTo>
                  <a:pt x="44043" y="184250"/>
                  <a:pt x="-4321" y="135792"/>
                  <a:pt x="0" y="90312"/>
                </a:cubicBezTo>
                <a:close/>
              </a:path>
              <a:path w="194734" h="180624" stroke="0" extrusionOk="0">
                <a:moveTo>
                  <a:pt x="0" y="90312"/>
                </a:moveTo>
                <a:cubicBezTo>
                  <a:pt x="-394" y="25977"/>
                  <a:pt x="43426" y="-2583"/>
                  <a:pt x="97367" y="0"/>
                </a:cubicBezTo>
                <a:cubicBezTo>
                  <a:pt x="150954" y="-7509"/>
                  <a:pt x="196063" y="33146"/>
                  <a:pt x="194734" y="90312"/>
                </a:cubicBezTo>
                <a:cubicBezTo>
                  <a:pt x="191196" y="125968"/>
                  <a:pt x="151281" y="182423"/>
                  <a:pt x="97367" y="180624"/>
                </a:cubicBezTo>
                <a:cubicBezTo>
                  <a:pt x="30187" y="179779"/>
                  <a:pt x="-469" y="129008"/>
                  <a:pt x="0" y="90312"/>
                </a:cubicBezTo>
                <a:close/>
              </a:path>
            </a:pathLst>
          </a:custGeom>
          <a:solidFill>
            <a:srgbClr val="FFE342"/>
          </a:solidFill>
          <a:ln>
            <a:solidFill>
              <a:srgbClr val="FFE342"/>
            </a:solidFill>
            <a:extLst>
              <a:ext uri="{C807C97D-BFC1-408E-A445-0C87EB9F89A2}">
                <ask:lineSketchStyleProps xmlns:ask="http://schemas.microsoft.com/office/drawing/2018/sketchyshapes" sd="1619771458">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 name="Google Shape;102;p21">
            <a:extLst>
              <a:ext uri="{FF2B5EF4-FFF2-40B4-BE49-F238E27FC236}">
                <a16:creationId xmlns:a16="http://schemas.microsoft.com/office/drawing/2014/main" id="{2A932C29-C666-092C-9A0F-2386BB1CA49F}"/>
              </a:ext>
            </a:extLst>
          </p:cNvPr>
          <p:cNvSpPr txBox="1">
            <a:spLocks noGrp="1"/>
          </p:cNvSpPr>
          <p:nvPr>
            <p:ph type="title"/>
          </p:nvPr>
        </p:nvSpPr>
        <p:spPr>
          <a:xfrm>
            <a:off x="432572" y="476574"/>
            <a:ext cx="8520600" cy="572700"/>
          </a:xfrm>
          <a:prstGeom prst="rect">
            <a:avLst/>
          </a:prstGeom>
        </p:spPr>
        <p:txBody>
          <a:bodyPr spcFirstLastPara="1" wrap="square" lIns="91425" tIns="91425" rIns="91425" bIns="91425" anchor="t" anchorCtr="0">
            <a:normAutofit fontScale="90000"/>
          </a:bodyPr>
          <a:lstStyle/>
          <a:p>
            <a:r>
              <a:rPr lang="en" b="1">
                <a:solidFill>
                  <a:srgbClr val="0C5ADB"/>
                </a:solidFill>
                <a:latin typeface="Fairwater Script"/>
              </a:rPr>
              <a:t>Prompt Engineering Process Flow</a:t>
            </a:r>
            <a:endParaRPr lang="en-US" b="1">
              <a:solidFill>
                <a:srgbClr val="0C5ADB"/>
              </a:solidFill>
              <a:latin typeface="Fairwater Script"/>
            </a:endParaRPr>
          </a:p>
        </p:txBody>
      </p:sp>
      <p:sp>
        <p:nvSpPr>
          <p:cNvPr id="2" name="Slide Number Placeholder 1">
            <a:extLst>
              <a:ext uri="{FF2B5EF4-FFF2-40B4-BE49-F238E27FC236}">
                <a16:creationId xmlns:a16="http://schemas.microsoft.com/office/drawing/2014/main" id="{CD1EB2FE-F475-29C0-35FB-70C183B214E0}"/>
              </a:ext>
            </a:extLst>
          </p:cNvPr>
          <p:cNvSpPr>
            <a:spLocks noGrp="1"/>
          </p:cNvSpPr>
          <p:nvPr>
            <p:ph type="sldNum" idx="12"/>
          </p:nvPr>
        </p:nvSpPr>
        <p:spPr>
          <a:xfrm>
            <a:off x="8565493" y="4696444"/>
            <a:ext cx="548700" cy="393600"/>
          </a:xfrm>
        </p:spPr>
        <p:txBody>
          <a:bodyPr/>
          <a:lstStyle/>
          <a:p>
            <a:fld id="{00000000-1234-1234-1234-123412341234}" type="slidenum">
              <a:rPr lang="en"/>
              <a:t>33</a:t>
            </a:fld>
            <a:endParaRPr lang="en-GB"/>
          </a:p>
        </p:txBody>
      </p:sp>
      <p:sp>
        <p:nvSpPr>
          <p:cNvPr id="11" name="Rectangle 10">
            <a:extLst>
              <a:ext uri="{FF2B5EF4-FFF2-40B4-BE49-F238E27FC236}">
                <a16:creationId xmlns:a16="http://schemas.microsoft.com/office/drawing/2014/main" id="{8325BD38-7C78-5BDA-93EA-F69E0720E971}"/>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FFDA2A05-45E1-3ED4-648D-F94EC97391AA}"/>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
        <p:nvSpPr>
          <p:cNvPr id="13" name="Oval 12">
            <a:extLst>
              <a:ext uri="{FF2B5EF4-FFF2-40B4-BE49-F238E27FC236}">
                <a16:creationId xmlns:a16="http://schemas.microsoft.com/office/drawing/2014/main" id="{4B42AC63-2EB4-D4C0-BF19-E1913509743F}"/>
              </a:ext>
            </a:extLst>
          </p:cNvPr>
          <p:cNvSpPr/>
          <p:nvPr/>
        </p:nvSpPr>
        <p:spPr>
          <a:xfrm>
            <a:off x="6730999" y="1900707"/>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479" y="37263"/>
                  <a:pt x="42209" y="-9044"/>
                  <a:pt x="97367" y="0"/>
                </a:cubicBezTo>
                <a:cubicBezTo>
                  <a:pt x="138307" y="4368"/>
                  <a:pt x="180489" y="41365"/>
                  <a:pt x="194734" y="90312"/>
                </a:cubicBezTo>
                <a:cubicBezTo>
                  <a:pt x="202825" y="145591"/>
                  <a:pt x="153211" y="175286"/>
                  <a:pt x="97367" y="180624"/>
                </a:cubicBezTo>
                <a:cubicBezTo>
                  <a:pt x="39850" y="180403"/>
                  <a:pt x="-9966" y="135249"/>
                  <a:pt x="0" y="90312"/>
                </a:cubicBezTo>
                <a:close/>
              </a:path>
              <a:path w="194734" h="180624" stroke="0" extrusionOk="0">
                <a:moveTo>
                  <a:pt x="0" y="90312"/>
                </a:moveTo>
                <a:cubicBezTo>
                  <a:pt x="3074" y="40171"/>
                  <a:pt x="49624" y="2587"/>
                  <a:pt x="97367" y="0"/>
                </a:cubicBezTo>
                <a:cubicBezTo>
                  <a:pt x="143854" y="7175"/>
                  <a:pt x="187793" y="38539"/>
                  <a:pt x="194734" y="90312"/>
                </a:cubicBezTo>
                <a:cubicBezTo>
                  <a:pt x="199424" y="137463"/>
                  <a:pt x="153058" y="178909"/>
                  <a:pt x="97367" y="180624"/>
                </a:cubicBezTo>
                <a:cubicBezTo>
                  <a:pt x="45007" y="180664"/>
                  <a:pt x="3811" y="142514"/>
                  <a:pt x="0" y="90312"/>
                </a:cubicBezTo>
                <a:close/>
              </a:path>
            </a:pathLst>
          </a:custGeom>
          <a:solidFill>
            <a:srgbClr val="FC9432"/>
          </a:solidFill>
          <a:ln>
            <a:solidFill>
              <a:srgbClr val="FC9432"/>
            </a:solidFill>
            <a:extLst>
              <a:ext uri="{C807C97D-BFC1-408E-A445-0C87EB9F89A2}">
                <ask:lineSketchStyleProps xmlns:ask="http://schemas.microsoft.com/office/drawing/2018/sketchyshapes" sd="3140710686">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34E98DDD-ECDA-A985-5E0B-323D087FC5D1}"/>
              </a:ext>
            </a:extLst>
          </p:cNvPr>
          <p:cNvSpPr/>
          <p:nvPr/>
        </p:nvSpPr>
        <p:spPr>
          <a:xfrm>
            <a:off x="6730999" y="2105584"/>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479" y="37263"/>
                  <a:pt x="42209" y="-9044"/>
                  <a:pt x="97367" y="0"/>
                </a:cubicBezTo>
                <a:cubicBezTo>
                  <a:pt x="138307" y="4368"/>
                  <a:pt x="180489" y="41365"/>
                  <a:pt x="194734" y="90312"/>
                </a:cubicBezTo>
                <a:cubicBezTo>
                  <a:pt x="202825" y="145591"/>
                  <a:pt x="153211" y="175286"/>
                  <a:pt x="97367" y="180624"/>
                </a:cubicBezTo>
                <a:cubicBezTo>
                  <a:pt x="39850" y="180403"/>
                  <a:pt x="-9966" y="135249"/>
                  <a:pt x="0" y="90312"/>
                </a:cubicBezTo>
                <a:close/>
              </a:path>
              <a:path w="194734" h="180624" stroke="0" extrusionOk="0">
                <a:moveTo>
                  <a:pt x="0" y="90312"/>
                </a:moveTo>
                <a:cubicBezTo>
                  <a:pt x="3074" y="40171"/>
                  <a:pt x="49624" y="2587"/>
                  <a:pt x="97367" y="0"/>
                </a:cubicBezTo>
                <a:cubicBezTo>
                  <a:pt x="143854" y="7175"/>
                  <a:pt x="187793" y="38539"/>
                  <a:pt x="194734" y="90312"/>
                </a:cubicBezTo>
                <a:cubicBezTo>
                  <a:pt x="199424" y="137463"/>
                  <a:pt x="153058" y="178909"/>
                  <a:pt x="97367" y="180624"/>
                </a:cubicBezTo>
                <a:cubicBezTo>
                  <a:pt x="45007" y="180664"/>
                  <a:pt x="3811" y="142514"/>
                  <a:pt x="0" y="90312"/>
                </a:cubicBezTo>
                <a:close/>
              </a:path>
            </a:pathLst>
          </a:custGeom>
          <a:solidFill>
            <a:srgbClr val="00C2A8"/>
          </a:solidFill>
          <a:ln>
            <a:solidFill>
              <a:srgbClr val="00C2A8"/>
            </a:solidFill>
            <a:extLst>
              <a:ext uri="{C807C97D-BFC1-408E-A445-0C87EB9F89A2}">
                <ask:lineSketchStyleProps xmlns:ask="http://schemas.microsoft.com/office/drawing/2018/sketchyshapes" sd="3140710686">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9" name="Graphic 18">
            <a:extLst>
              <a:ext uri="{FF2B5EF4-FFF2-40B4-BE49-F238E27FC236}">
                <a16:creationId xmlns:a16="http://schemas.microsoft.com/office/drawing/2014/main" id="{7272C0FA-BF46-660D-42DD-DCEE0238AC5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2416" y="1400917"/>
            <a:ext cx="8125790" cy="4931102"/>
          </a:xfrm>
          <a:prstGeom prst="rect">
            <a:avLst/>
          </a:prstGeom>
        </p:spPr>
      </p:pic>
    </p:spTree>
    <p:extLst>
      <p:ext uri="{BB962C8B-B14F-4D97-AF65-F5344CB8AC3E}">
        <p14:creationId xmlns:p14="http://schemas.microsoft.com/office/powerpoint/2010/main" val="7500416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65">
          <a:extLst>
            <a:ext uri="{FF2B5EF4-FFF2-40B4-BE49-F238E27FC236}">
              <a16:creationId xmlns:a16="http://schemas.microsoft.com/office/drawing/2014/main" id="{B6BA75AA-2ACE-26D7-8068-A335514C7AE6}"/>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DB454A73-3052-FED1-0184-DD57FBA3C1B9}"/>
              </a:ext>
            </a:extLst>
          </p:cNvPr>
          <p:cNvGrpSpPr/>
          <p:nvPr/>
        </p:nvGrpSpPr>
        <p:grpSpPr>
          <a:xfrm>
            <a:off x="1262" y="-142"/>
            <a:ext cx="9146016" cy="5141405"/>
            <a:chOff x="1263" y="-142"/>
            <a:chExt cx="10058400" cy="914401"/>
          </a:xfrm>
        </p:grpSpPr>
        <p:sp>
          <p:nvSpPr>
            <p:cNvPr id="3" name="Rectangle 2">
              <a:extLst>
                <a:ext uri="{FF2B5EF4-FFF2-40B4-BE49-F238E27FC236}">
                  <a16:creationId xmlns:a16="http://schemas.microsoft.com/office/drawing/2014/main" id="{258EF0F4-87E5-4B06-3ECB-A73F875284D8}"/>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0125EFBC-909D-440A-CD52-9EF88323BA20}"/>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1C85F857-57DE-B905-CE6D-722C84BFD812}"/>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E32A821E-6E80-BC2C-FFBF-D830737BCC8C}"/>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F98643-46D9-A605-4C4C-368BB51FE820}"/>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2A40E5F1-20B1-4727-E6DB-2280D909EA84}"/>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Rectangle 10">
            <a:extLst>
              <a:ext uri="{FF2B5EF4-FFF2-40B4-BE49-F238E27FC236}">
                <a16:creationId xmlns:a16="http://schemas.microsoft.com/office/drawing/2014/main" id="{4BA1B720-8DEE-4120-FACA-D4D2F9661C5B}"/>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9BD19C36-9E7B-7ACC-5F9E-AC7C016894C3}"/>
              </a:ext>
            </a:extLst>
          </p:cNvPr>
          <p:cNvSpPr/>
          <p:nvPr/>
        </p:nvSpPr>
        <p:spPr>
          <a:xfrm>
            <a:off x="454139" y="341831"/>
            <a:ext cx="8237349" cy="4062493"/>
          </a:xfrm>
          <a:prstGeom prst="rect">
            <a:avLst/>
          </a:prstGeom>
          <a:solidFill>
            <a:srgbClr val="126E2A"/>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Google Shape;66;p15">
            <a:extLst>
              <a:ext uri="{FF2B5EF4-FFF2-40B4-BE49-F238E27FC236}">
                <a16:creationId xmlns:a16="http://schemas.microsoft.com/office/drawing/2014/main" id="{B03E68A2-63F5-4AA8-ADED-E89D00653074}"/>
              </a:ext>
            </a:extLst>
          </p:cNvPr>
          <p:cNvSpPr txBox="1">
            <a:spLocks noGrp="1"/>
          </p:cNvSpPr>
          <p:nvPr>
            <p:ph type="title"/>
          </p:nvPr>
        </p:nvSpPr>
        <p:spPr>
          <a:xfrm>
            <a:off x="440509" y="454872"/>
            <a:ext cx="8520600" cy="572700"/>
          </a:xfrm>
          <a:prstGeom prst="rect">
            <a:avLst/>
          </a:prstGeom>
        </p:spPr>
        <p:txBody>
          <a:bodyPr spcFirstLastPara="1" wrap="square" lIns="91425" tIns="91425" rIns="91425" bIns="91425" anchor="t" anchorCtr="0">
            <a:normAutofit fontScale="90000"/>
          </a:bodyPr>
          <a:lstStyle/>
          <a:p>
            <a:r>
              <a:rPr lang="en">
                <a:solidFill>
                  <a:schemeClr val="accent6">
                    <a:lumMod val="20000"/>
                    <a:lumOff val="80000"/>
                  </a:schemeClr>
                </a:solidFill>
                <a:latin typeface="Fairwater Script"/>
              </a:rPr>
              <a:t>Content Validation Algorithm</a:t>
            </a:r>
            <a:br>
              <a:rPr lang="en">
                <a:latin typeface="Fairwater Script"/>
              </a:rPr>
            </a:br>
            <a:br>
              <a:rPr lang="en">
                <a:latin typeface="Fairwater Script"/>
              </a:rPr>
            </a:br>
            <a:endParaRPr lang="en-US"/>
          </a:p>
        </p:txBody>
      </p:sp>
      <p:sp>
        <p:nvSpPr>
          <p:cNvPr id="2" name="Slide Number Placeholder 1">
            <a:extLst>
              <a:ext uri="{FF2B5EF4-FFF2-40B4-BE49-F238E27FC236}">
                <a16:creationId xmlns:a16="http://schemas.microsoft.com/office/drawing/2014/main" id="{FD0F19D6-AB9F-7B68-32F5-9401BA0B4E3B}"/>
              </a:ext>
            </a:extLst>
          </p:cNvPr>
          <p:cNvSpPr>
            <a:spLocks noGrp="1"/>
          </p:cNvSpPr>
          <p:nvPr>
            <p:ph type="sldNum" idx="12"/>
          </p:nvPr>
        </p:nvSpPr>
        <p:spPr>
          <a:xfrm>
            <a:off x="8595439" y="4750027"/>
            <a:ext cx="548700" cy="393600"/>
          </a:xfrm>
        </p:spPr>
        <p:txBody>
          <a:bodyPr/>
          <a:lstStyle/>
          <a:p>
            <a:fld id="{00000000-1234-1234-1234-123412341234}" type="slidenum">
              <a:rPr lang="en"/>
              <a:t>34</a:t>
            </a:fld>
            <a:endParaRPr lang="en-GB"/>
          </a:p>
        </p:txBody>
      </p:sp>
      <p:sp>
        <p:nvSpPr>
          <p:cNvPr id="12" name="Rectangle 11">
            <a:extLst>
              <a:ext uri="{FF2B5EF4-FFF2-40B4-BE49-F238E27FC236}">
                <a16:creationId xmlns:a16="http://schemas.microsoft.com/office/drawing/2014/main" id="{5943A012-410E-1161-A076-74CCDCB71D15}"/>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1DD1274C-B597-EE35-F256-836824291854}"/>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
        <p:nvSpPr>
          <p:cNvPr id="15" name="Text Placeholder 2">
            <a:extLst>
              <a:ext uri="{FF2B5EF4-FFF2-40B4-BE49-F238E27FC236}">
                <a16:creationId xmlns:a16="http://schemas.microsoft.com/office/drawing/2014/main" id="{109FB532-F3D6-0057-A045-CE36AD9F3D3D}"/>
              </a:ext>
            </a:extLst>
          </p:cNvPr>
          <p:cNvSpPr>
            <a:spLocks noGrp="1"/>
          </p:cNvSpPr>
          <p:nvPr>
            <p:ph type="body" idx="1"/>
          </p:nvPr>
        </p:nvSpPr>
        <p:spPr>
          <a:xfrm>
            <a:off x="85370" y="879221"/>
            <a:ext cx="8234850" cy="3485905"/>
          </a:xfrm>
        </p:spPr>
        <p:txBody>
          <a:bodyPr>
            <a:normAutofit lnSpcReduction="10000"/>
          </a:bodyPr>
          <a:lstStyle/>
          <a:p>
            <a:pPr marL="800100">
              <a:lnSpc>
                <a:spcPct val="110000"/>
              </a:lnSpc>
              <a:buClr>
                <a:srgbClr val="FCFFD9"/>
              </a:buClr>
              <a:buAutoNum type="arabicPeriod"/>
            </a:pPr>
            <a:r>
              <a:rPr lang="en-US">
                <a:solidFill>
                  <a:srgbClr val="FBFFD9"/>
                </a:solidFill>
                <a:latin typeface="Calibri"/>
                <a:ea typeface="Calibri"/>
                <a:cs typeface="Calibri"/>
              </a:rPr>
              <a:t>The LLM delivers a response to the </a:t>
            </a:r>
            <a:r>
              <a:rPr lang="en-US" err="1">
                <a:solidFill>
                  <a:srgbClr val="FBFFD9"/>
                </a:solidFill>
                <a:latin typeface="Calibri"/>
                <a:ea typeface="Calibri"/>
                <a:cs typeface="Calibri"/>
              </a:rPr>
              <a:t>EduSense</a:t>
            </a:r>
            <a:r>
              <a:rPr lang="en-US">
                <a:solidFill>
                  <a:srgbClr val="FBFFD9"/>
                </a:solidFill>
                <a:latin typeface="Calibri"/>
                <a:ea typeface="Calibri"/>
                <a:cs typeface="Calibri"/>
              </a:rPr>
              <a:t>.</a:t>
            </a:r>
            <a:endParaRPr lang="en-US"/>
          </a:p>
          <a:p>
            <a:pPr marL="800100">
              <a:lnSpc>
                <a:spcPct val="110000"/>
              </a:lnSpc>
              <a:buClr>
                <a:srgbClr val="FCFFD9"/>
              </a:buClr>
              <a:buAutoNum type="arabicPeriod"/>
            </a:pPr>
            <a:r>
              <a:rPr lang="en-US">
                <a:solidFill>
                  <a:srgbClr val="FBFFD9"/>
                </a:solidFill>
                <a:latin typeface="Calibri"/>
                <a:ea typeface="Calibri"/>
                <a:cs typeface="Calibri"/>
              </a:rPr>
              <a:t>The response is converted to a prompt by the Prompt Engineering algorithm.</a:t>
            </a:r>
          </a:p>
          <a:p>
            <a:pPr marL="1257300" lvl="1">
              <a:lnSpc>
                <a:spcPct val="110000"/>
              </a:lnSpc>
              <a:buClr>
                <a:srgbClr val="FCFFD9"/>
              </a:buClr>
              <a:buSzPts val="1800"/>
              <a:buFont typeface="Courier New"/>
              <a:buChar char="o"/>
            </a:pPr>
            <a:r>
              <a:rPr lang="en-US">
                <a:solidFill>
                  <a:srgbClr val="FBFFD9"/>
                </a:solidFill>
                <a:latin typeface="Calibri"/>
                <a:ea typeface="Calibri"/>
                <a:cs typeface="Calibri"/>
              </a:rPr>
              <a:t>Tagged as a special case to override settings and other requirements.</a:t>
            </a:r>
            <a:endParaRPr lang="en-US" sz="1800"/>
          </a:p>
          <a:p>
            <a:pPr marL="800100">
              <a:lnSpc>
                <a:spcPct val="110000"/>
              </a:lnSpc>
              <a:buClr>
                <a:srgbClr val="FCFFD9"/>
              </a:buClr>
              <a:buAutoNum type="arabicPeriod"/>
            </a:pPr>
            <a:r>
              <a:rPr lang="en-US">
                <a:solidFill>
                  <a:srgbClr val="FBFFD9"/>
                </a:solidFill>
                <a:latin typeface="Calibri"/>
                <a:ea typeface="Calibri"/>
                <a:cs typeface="Calibri"/>
              </a:rPr>
              <a:t>The respective question solution is referenced from the database.</a:t>
            </a:r>
          </a:p>
          <a:p>
            <a:pPr marL="800100">
              <a:lnSpc>
                <a:spcPct val="110000"/>
              </a:lnSpc>
              <a:buClr>
                <a:srgbClr val="FCFFD9"/>
              </a:buClr>
              <a:buAutoNum type="arabicPeriod"/>
            </a:pPr>
            <a:r>
              <a:rPr lang="en-US">
                <a:solidFill>
                  <a:srgbClr val="FBFFD9"/>
                </a:solidFill>
                <a:latin typeface="Calibri"/>
                <a:ea typeface="Calibri"/>
                <a:cs typeface="Calibri"/>
              </a:rPr>
              <a:t>The adjusted prompt is sent back to the LLM with the appropriate command prompt and solution for comparison.</a:t>
            </a:r>
          </a:p>
          <a:p>
            <a:pPr marL="1257300" lvl="1">
              <a:lnSpc>
                <a:spcPct val="110000"/>
              </a:lnSpc>
              <a:buClr>
                <a:srgbClr val="FCFFD9"/>
              </a:buClr>
              <a:buSzPts val="1800"/>
              <a:buFont typeface="Courier New"/>
              <a:buChar char="o"/>
            </a:pPr>
            <a:r>
              <a:rPr lang="en-US">
                <a:solidFill>
                  <a:srgbClr val="FBFFD9"/>
                </a:solidFill>
                <a:latin typeface="Calibri"/>
                <a:ea typeface="Calibri"/>
                <a:cs typeface="Calibri"/>
              </a:rPr>
              <a:t>This command prompt will have the LLM compare the response to the provided solution both word-for-word and by context.</a:t>
            </a:r>
          </a:p>
          <a:p>
            <a:pPr marL="1257300" lvl="1">
              <a:lnSpc>
                <a:spcPct val="110000"/>
              </a:lnSpc>
              <a:buClr>
                <a:srgbClr val="FCFFD9"/>
              </a:buClr>
              <a:buFont typeface="Courier New"/>
              <a:buChar char="o"/>
            </a:pPr>
            <a:r>
              <a:rPr lang="en-US">
                <a:solidFill>
                  <a:srgbClr val="FBFFD9"/>
                </a:solidFill>
                <a:latin typeface="Calibri"/>
                <a:ea typeface="Calibri"/>
                <a:cs typeface="Calibri"/>
              </a:rPr>
              <a:t>The expected response from this step will be binary.</a:t>
            </a:r>
            <a:endParaRPr lang="en-US">
              <a:latin typeface="Calibri"/>
              <a:ea typeface="Calibri"/>
              <a:cs typeface="Calibri"/>
            </a:endParaRPr>
          </a:p>
          <a:p>
            <a:pPr indent="0">
              <a:lnSpc>
                <a:spcPct val="110000"/>
              </a:lnSpc>
              <a:buClr>
                <a:srgbClr val="FCFFD9"/>
              </a:buClr>
              <a:buSzPts val="1400"/>
              <a:buNone/>
            </a:pPr>
            <a:r>
              <a:rPr lang="en-US">
                <a:solidFill>
                  <a:srgbClr val="FBFFD9"/>
                </a:solidFill>
                <a:latin typeface="Calibri"/>
                <a:ea typeface="Calibri"/>
                <a:cs typeface="Calibri"/>
              </a:rPr>
              <a:t>5T.  Return the valid response to the calling module</a:t>
            </a:r>
          </a:p>
          <a:p>
            <a:pPr indent="0">
              <a:lnSpc>
                <a:spcPct val="110000"/>
              </a:lnSpc>
              <a:buSzPts val="1400"/>
              <a:buNone/>
            </a:pPr>
            <a:r>
              <a:rPr lang="en-US">
                <a:solidFill>
                  <a:srgbClr val="FBFFD9"/>
                </a:solidFill>
                <a:latin typeface="Calibri"/>
                <a:ea typeface="Calibri"/>
                <a:cs typeface="Calibri"/>
              </a:rPr>
              <a:t>5F.  Request the LLM to fix the prompt according to the criteria and return to Step 4</a:t>
            </a:r>
          </a:p>
          <a:p>
            <a:pPr marL="800100">
              <a:lnSpc>
                <a:spcPct val="110000"/>
              </a:lnSpc>
              <a:buClr>
                <a:srgbClr val="FCFFD9"/>
              </a:buClr>
              <a:buAutoNum type="arabicPeriod"/>
            </a:pPr>
            <a:endParaRPr lang="en-US">
              <a:solidFill>
                <a:srgbClr val="FBFFD9"/>
              </a:solidFill>
              <a:latin typeface="Calibri"/>
              <a:ea typeface="Calibri"/>
              <a:cs typeface="Calibri"/>
            </a:endParaRPr>
          </a:p>
          <a:p>
            <a:pPr marL="800100">
              <a:lnSpc>
                <a:spcPct val="110000"/>
              </a:lnSpc>
              <a:buClr>
                <a:srgbClr val="FCFFD9"/>
              </a:buClr>
              <a:buAutoNum type="arabicPeriod"/>
            </a:pPr>
            <a:endParaRPr lang="en-US">
              <a:solidFill>
                <a:srgbClr val="FBFFD9"/>
              </a:solidFill>
              <a:latin typeface="Calibri"/>
              <a:ea typeface="Calibri"/>
              <a:cs typeface="Calibri"/>
            </a:endParaRPr>
          </a:p>
          <a:p>
            <a:pPr marL="800100">
              <a:lnSpc>
                <a:spcPct val="110000"/>
              </a:lnSpc>
              <a:buClr>
                <a:srgbClr val="FCFFD9"/>
              </a:buClr>
              <a:buAutoNum type="arabicPeriod"/>
            </a:pPr>
            <a:endParaRPr lang="en-US">
              <a:solidFill>
                <a:srgbClr val="FBFFD9"/>
              </a:solidFill>
              <a:latin typeface="Calibri"/>
              <a:ea typeface="Calibri"/>
              <a:cs typeface="Calibri"/>
            </a:endParaRPr>
          </a:p>
          <a:p>
            <a:pPr marL="800100">
              <a:lnSpc>
                <a:spcPct val="110000"/>
              </a:lnSpc>
              <a:buClr>
                <a:srgbClr val="FCFFD9"/>
              </a:buClr>
              <a:buAutoNum type="arabicPeriod"/>
            </a:pPr>
            <a:endParaRPr lang="en-US">
              <a:solidFill>
                <a:srgbClr val="FBFFD9"/>
              </a:solidFill>
              <a:latin typeface="Calibri"/>
              <a:ea typeface="Calibri"/>
              <a:cs typeface="Calibri"/>
            </a:endParaRPr>
          </a:p>
          <a:p>
            <a:pPr marL="114300" indent="0">
              <a:lnSpc>
                <a:spcPct val="110000"/>
              </a:lnSpc>
              <a:buClr>
                <a:srgbClr val="595959"/>
              </a:buClr>
              <a:buNone/>
            </a:pPr>
            <a:endParaRPr lang="en-US">
              <a:solidFill>
                <a:srgbClr val="595959"/>
              </a:solidFill>
              <a:ea typeface="Calibri"/>
            </a:endParaRPr>
          </a:p>
        </p:txBody>
      </p:sp>
    </p:spTree>
    <p:extLst>
      <p:ext uri="{BB962C8B-B14F-4D97-AF65-F5344CB8AC3E}">
        <p14:creationId xmlns:p14="http://schemas.microsoft.com/office/powerpoint/2010/main" val="19938796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101">
          <a:extLst>
            <a:ext uri="{FF2B5EF4-FFF2-40B4-BE49-F238E27FC236}">
              <a16:creationId xmlns:a16="http://schemas.microsoft.com/office/drawing/2014/main" id="{54194BFF-7B14-EE53-B39C-324A5BDB8E6D}"/>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AFB49221-7D08-24B8-BC86-71A510B7F7BB}"/>
              </a:ext>
            </a:extLst>
          </p:cNvPr>
          <p:cNvGrpSpPr/>
          <p:nvPr/>
        </p:nvGrpSpPr>
        <p:grpSpPr>
          <a:xfrm>
            <a:off x="1261" y="3346"/>
            <a:ext cx="9146016" cy="5141405"/>
            <a:chOff x="1263" y="-142"/>
            <a:chExt cx="10058400" cy="914401"/>
          </a:xfrm>
        </p:grpSpPr>
        <p:sp>
          <p:nvSpPr>
            <p:cNvPr id="4" name="Rectangle 3">
              <a:extLst>
                <a:ext uri="{FF2B5EF4-FFF2-40B4-BE49-F238E27FC236}">
                  <a16:creationId xmlns:a16="http://schemas.microsoft.com/office/drawing/2014/main" id="{4D9EC7FA-A451-E07C-4787-F91F3BE1BDEA}"/>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DCACAC20-7AC4-DD9B-543B-A25D2CA600F4}"/>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3E45B678-A208-0C1C-E9C7-B4DDCB032F3B}"/>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45BF065E-A7DA-30DB-502B-B9F9628BBC07}"/>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BC77DBB9-E13E-FE6E-1EF8-08D426A41BAD}"/>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75941E12-0021-E4D3-AF56-146678C65262}"/>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2" name="Rectangle 11">
            <a:extLst>
              <a:ext uri="{FF2B5EF4-FFF2-40B4-BE49-F238E27FC236}">
                <a16:creationId xmlns:a16="http://schemas.microsoft.com/office/drawing/2014/main" id="{499C06ED-E53D-1DF9-00C1-5059E83F62E4}"/>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CFE1AFF5-4A84-A695-4D3D-55058EBC00F1}"/>
              </a:ext>
            </a:extLst>
          </p:cNvPr>
          <p:cNvSpPr/>
          <p:nvPr/>
        </p:nvSpPr>
        <p:spPr>
          <a:xfrm>
            <a:off x="454139" y="341831"/>
            <a:ext cx="8237349" cy="4062493"/>
          </a:xfrm>
          <a:prstGeom prst="rect">
            <a:avLst/>
          </a:prstGeom>
          <a:solidFill>
            <a:schemeClr val="bg1"/>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29414C1E-7B44-51FA-2994-15BB3D7C07C1}"/>
              </a:ext>
            </a:extLst>
          </p:cNvPr>
          <p:cNvSpPr txBox="1"/>
          <p:nvPr/>
        </p:nvSpPr>
        <p:spPr>
          <a:xfrm>
            <a:off x="6893277" y="338666"/>
            <a:ext cx="1797755"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b="1">
                <a:solidFill>
                  <a:schemeClr val="accent1">
                    <a:lumMod val="76000"/>
                  </a:schemeClr>
                </a:solidFill>
                <a:latin typeface="Calibri"/>
              </a:rPr>
              <a:t>Key</a:t>
            </a:r>
          </a:p>
          <a:p>
            <a:r>
              <a:rPr lang="en-GB" b="1">
                <a:solidFill>
                  <a:schemeClr val="accent1">
                    <a:lumMod val="76000"/>
                  </a:schemeClr>
                </a:solidFill>
                <a:latin typeface="Calibri"/>
              </a:rPr>
              <a:t>- Start Point</a:t>
            </a:r>
          </a:p>
          <a:p>
            <a:r>
              <a:rPr lang="en-GB" b="1">
                <a:solidFill>
                  <a:schemeClr val="accent1">
                    <a:lumMod val="76000"/>
                  </a:schemeClr>
                </a:solidFill>
                <a:latin typeface="Calibri"/>
              </a:rPr>
              <a:t>- Scenario</a:t>
            </a:r>
          </a:p>
          <a:p>
            <a:r>
              <a:rPr lang="en-GB" b="1">
                <a:solidFill>
                  <a:schemeClr val="accent1">
                    <a:lumMod val="76000"/>
                  </a:schemeClr>
                </a:solidFill>
                <a:latin typeface="Calibri"/>
              </a:rPr>
              <a:t>- Event</a:t>
            </a:r>
          </a:p>
          <a:p>
            <a:r>
              <a:rPr lang="en-GB" b="1">
                <a:solidFill>
                  <a:schemeClr val="accent1">
                    <a:lumMod val="76000"/>
                  </a:schemeClr>
                </a:solidFill>
                <a:latin typeface="Calibri"/>
              </a:rPr>
              <a:t>- Decision</a:t>
            </a:r>
          </a:p>
          <a:p>
            <a:r>
              <a:rPr lang="en-GB" b="1">
                <a:solidFill>
                  <a:schemeClr val="accent1">
                    <a:lumMod val="76000"/>
                  </a:schemeClr>
                </a:solidFill>
                <a:latin typeface="Calibri"/>
              </a:rPr>
              <a:t>- Outcome</a:t>
            </a:r>
          </a:p>
          <a:p>
            <a:r>
              <a:rPr lang="en-GB" b="1">
                <a:solidFill>
                  <a:schemeClr val="accent1">
                    <a:lumMod val="76000"/>
                  </a:schemeClr>
                </a:solidFill>
                <a:latin typeface="Calibri"/>
              </a:rPr>
              <a:t>- External Data</a:t>
            </a:r>
          </a:p>
          <a:p>
            <a:r>
              <a:rPr lang="en-GB" b="1">
                <a:solidFill>
                  <a:schemeClr val="accent1">
                    <a:lumMod val="76000"/>
                  </a:schemeClr>
                </a:solidFill>
                <a:latin typeface="Calibri"/>
              </a:rPr>
              <a:t>- Database</a:t>
            </a:r>
            <a:br>
              <a:rPr lang="en-GB" b="1">
                <a:solidFill>
                  <a:schemeClr val="accent1">
                    <a:lumMod val="76000"/>
                  </a:schemeClr>
                </a:solidFill>
                <a:latin typeface="Calibri"/>
              </a:rPr>
            </a:br>
            <a:r>
              <a:rPr lang="en-GB" b="1">
                <a:solidFill>
                  <a:schemeClr val="accent1">
                    <a:lumMod val="76000"/>
                  </a:schemeClr>
                </a:solidFill>
                <a:latin typeface="Calibri"/>
              </a:rPr>
              <a:t>- </a:t>
            </a:r>
            <a:r>
              <a:rPr lang="en-GB" b="1">
                <a:solidFill>
                  <a:schemeClr val="accent1">
                    <a:lumMod val="76000"/>
                  </a:schemeClr>
                </a:solidFill>
                <a:latin typeface="Calibri"/>
                <a:ea typeface="Calibri"/>
                <a:cs typeface="Calibri"/>
              </a:rPr>
              <a:t>External Process</a:t>
            </a:r>
          </a:p>
        </p:txBody>
      </p:sp>
      <p:sp>
        <p:nvSpPr>
          <p:cNvPr id="18" name="Oval 17">
            <a:extLst>
              <a:ext uri="{FF2B5EF4-FFF2-40B4-BE49-F238E27FC236}">
                <a16:creationId xmlns:a16="http://schemas.microsoft.com/office/drawing/2014/main" id="{FF691321-1322-BB45-4FBE-0C958A60250A}"/>
              </a:ext>
            </a:extLst>
          </p:cNvPr>
          <p:cNvSpPr/>
          <p:nvPr/>
        </p:nvSpPr>
        <p:spPr>
          <a:xfrm>
            <a:off x="6731000" y="846746"/>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3038" y="36530"/>
                  <a:pt x="41453" y="-1917"/>
                  <a:pt x="97367" y="0"/>
                </a:cubicBezTo>
                <a:cubicBezTo>
                  <a:pt x="157572" y="-7337"/>
                  <a:pt x="203932" y="50601"/>
                  <a:pt x="194734" y="90312"/>
                </a:cubicBezTo>
                <a:cubicBezTo>
                  <a:pt x="182901" y="145105"/>
                  <a:pt x="151762" y="179386"/>
                  <a:pt x="97367" y="180624"/>
                </a:cubicBezTo>
                <a:cubicBezTo>
                  <a:pt x="50965" y="181272"/>
                  <a:pt x="-1547" y="150814"/>
                  <a:pt x="0" y="90312"/>
                </a:cubicBezTo>
                <a:close/>
              </a:path>
              <a:path w="194734" h="180624" stroke="0" extrusionOk="0">
                <a:moveTo>
                  <a:pt x="0" y="90312"/>
                </a:moveTo>
                <a:cubicBezTo>
                  <a:pt x="-2864" y="31444"/>
                  <a:pt x="35333" y="711"/>
                  <a:pt x="97367" y="0"/>
                </a:cubicBezTo>
                <a:cubicBezTo>
                  <a:pt x="144485" y="9273"/>
                  <a:pt x="190726" y="36221"/>
                  <a:pt x="194734" y="90312"/>
                </a:cubicBezTo>
                <a:cubicBezTo>
                  <a:pt x="199738" y="148649"/>
                  <a:pt x="156124" y="181967"/>
                  <a:pt x="97367" y="180624"/>
                </a:cubicBezTo>
                <a:cubicBezTo>
                  <a:pt x="39070" y="183763"/>
                  <a:pt x="-10555" y="130692"/>
                  <a:pt x="0" y="90312"/>
                </a:cubicBezTo>
                <a:close/>
              </a:path>
            </a:pathLst>
          </a:custGeom>
          <a:solidFill>
            <a:srgbClr val="9391FF"/>
          </a:solidFill>
          <a:ln>
            <a:solidFill>
              <a:srgbClr val="9391FF"/>
            </a:solidFill>
            <a:extLst>
              <a:ext uri="{C807C97D-BFC1-408E-A445-0C87EB9F89A2}">
                <ask:lineSketchStyleProps xmlns:ask="http://schemas.microsoft.com/office/drawing/2018/sketchyshapes" sd="3499211612">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E264DDEE-007A-9A03-001D-94AFBC2D1573}"/>
              </a:ext>
            </a:extLst>
          </p:cNvPr>
          <p:cNvSpPr/>
          <p:nvPr/>
        </p:nvSpPr>
        <p:spPr>
          <a:xfrm>
            <a:off x="6730999" y="1059016"/>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8410" y="27382"/>
                  <a:pt x="40680" y="-1606"/>
                  <a:pt x="97367" y="0"/>
                </a:cubicBezTo>
                <a:cubicBezTo>
                  <a:pt x="143826" y="9689"/>
                  <a:pt x="190824" y="42687"/>
                  <a:pt x="194734" y="90312"/>
                </a:cubicBezTo>
                <a:cubicBezTo>
                  <a:pt x="190963" y="138341"/>
                  <a:pt x="153104" y="174465"/>
                  <a:pt x="97367" y="180624"/>
                </a:cubicBezTo>
                <a:cubicBezTo>
                  <a:pt x="40073" y="177161"/>
                  <a:pt x="5383" y="136941"/>
                  <a:pt x="0" y="90312"/>
                </a:cubicBezTo>
                <a:close/>
              </a:path>
              <a:path w="194734" h="180624" stroke="0" extrusionOk="0">
                <a:moveTo>
                  <a:pt x="0" y="90312"/>
                </a:moveTo>
                <a:cubicBezTo>
                  <a:pt x="-2100" y="46297"/>
                  <a:pt x="44281" y="10977"/>
                  <a:pt x="97367" y="0"/>
                </a:cubicBezTo>
                <a:cubicBezTo>
                  <a:pt x="161858" y="-1636"/>
                  <a:pt x="201035" y="39466"/>
                  <a:pt x="194734" y="90312"/>
                </a:cubicBezTo>
                <a:cubicBezTo>
                  <a:pt x="189706" y="147662"/>
                  <a:pt x="159174" y="168482"/>
                  <a:pt x="97367" y="180624"/>
                </a:cubicBezTo>
                <a:cubicBezTo>
                  <a:pt x="30460" y="184111"/>
                  <a:pt x="-164" y="137994"/>
                  <a:pt x="0" y="90312"/>
                </a:cubicBezTo>
                <a:close/>
              </a:path>
            </a:pathLst>
          </a:custGeom>
          <a:solidFill>
            <a:srgbClr val="6DB1FF"/>
          </a:solidFill>
          <a:ln>
            <a:solidFill>
              <a:srgbClr val="6DB1FF"/>
            </a:solidFill>
            <a:extLst>
              <a:ext uri="{C807C97D-BFC1-408E-A445-0C87EB9F89A2}">
                <ask:lineSketchStyleProps xmlns:ask="http://schemas.microsoft.com/office/drawing/2018/sketchyshapes" sd="283741067">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05C715E6-B2C9-76F3-E366-53E31F5EA1E4}"/>
              </a:ext>
            </a:extLst>
          </p:cNvPr>
          <p:cNvSpPr/>
          <p:nvPr/>
        </p:nvSpPr>
        <p:spPr>
          <a:xfrm>
            <a:off x="6730999" y="1268021"/>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extrusionOk="0">
                <a:moveTo>
                  <a:pt x="0" y="90312"/>
                </a:moveTo>
                <a:cubicBezTo>
                  <a:pt x="5040" y="47238"/>
                  <a:pt x="45069" y="1086"/>
                  <a:pt x="97367" y="0"/>
                </a:cubicBezTo>
                <a:cubicBezTo>
                  <a:pt x="138455" y="-767"/>
                  <a:pt x="192413" y="53689"/>
                  <a:pt x="194734" y="90312"/>
                </a:cubicBezTo>
                <a:cubicBezTo>
                  <a:pt x="195360" y="124406"/>
                  <a:pt x="144262" y="173909"/>
                  <a:pt x="97367" y="180624"/>
                </a:cubicBezTo>
                <a:cubicBezTo>
                  <a:pt x="42243" y="179773"/>
                  <a:pt x="6167" y="139244"/>
                  <a:pt x="0" y="90312"/>
                </a:cubicBezTo>
                <a:close/>
              </a:path>
            </a:pathLst>
          </a:custGeom>
          <a:noFill/>
          <a:ln>
            <a:solidFill>
              <a:schemeClr val="accent1"/>
            </a:solidFill>
            <a:extLst>
              <a:ext uri="{C807C97D-BFC1-408E-A445-0C87EB9F89A2}">
                <ask:lineSketchStyleProps xmlns:ask="http://schemas.microsoft.com/office/drawing/2018/sketchyshapes" sd="1546443433">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a:extLst>
              <a:ext uri="{FF2B5EF4-FFF2-40B4-BE49-F238E27FC236}">
                <a16:creationId xmlns:a16="http://schemas.microsoft.com/office/drawing/2014/main" id="{204BB1F7-A966-AFA6-D044-114254FBC95B}"/>
              </a:ext>
            </a:extLst>
          </p:cNvPr>
          <p:cNvSpPr/>
          <p:nvPr/>
        </p:nvSpPr>
        <p:spPr>
          <a:xfrm>
            <a:off x="6730998" y="1486824"/>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4562" y="32093"/>
                  <a:pt x="37079" y="3020"/>
                  <a:pt x="97367" y="0"/>
                </a:cubicBezTo>
                <a:cubicBezTo>
                  <a:pt x="151934" y="-12489"/>
                  <a:pt x="196768" y="41155"/>
                  <a:pt x="194734" y="90312"/>
                </a:cubicBezTo>
                <a:cubicBezTo>
                  <a:pt x="191087" y="129678"/>
                  <a:pt x="161067" y="187961"/>
                  <a:pt x="97367" y="180624"/>
                </a:cubicBezTo>
                <a:cubicBezTo>
                  <a:pt x="42388" y="171961"/>
                  <a:pt x="-9046" y="137245"/>
                  <a:pt x="0" y="90312"/>
                </a:cubicBezTo>
                <a:close/>
              </a:path>
              <a:path w="194734" h="180624" stroke="0" extrusionOk="0">
                <a:moveTo>
                  <a:pt x="0" y="90312"/>
                </a:moveTo>
                <a:cubicBezTo>
                  <a:pt x="647" y="54220"/>
                  <a:pt x="31405" y="-2836"/>
                  <a:pt x="97367" y="0"/>
                </a:cubicBezTo>
                <a:cubicBezTo>
                  <a:pt x="156119" y="-18"/>
                  <a:pt x="204084" y="50640"/>
                  <a:pt x="194734" y="90312"/>
                </a:cubicBezTo>
                <a:cubicBezTo>
                  <a:pt x="205696" y="130280"/>
                  <a:pt x="143665" y="183681"/>
                  <a:pt x="97367" y="180624"/>
                </a:cubicBezTo>
                <a:cubicBezTo>
                  <a:pt x="54423" y="174813"/>
                  <a:pt x="1423" y="146612"/>
                  <a:pt x="0" y="90312"/>
                </a:cubicBezTo>
                <a:close/>
              </a:path>
            </a:pathLst>
          </a:custGeom>
          <a:solidFill>
            <a:srgbClr val="C3F7C8"/>
          </a:solidFill>
          <a:ln>
            <a:solidFill>
              <a:srgbClr val="C3F7C8"/>
            </a:solidFill>
            <a:extLst>
              <a:ext uri="{C807C97D-BFC1-408E-A445-0C87EB9F89A2}">
                <ask:lineSketchStyleProps xmlns:ask="http://schemas.microsoft.com/office/drawing/2018/sketchyshapes" sd="4220084008">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 25">
            <a:extLst>
              <a:ext uri="{FF2B5EF4-FFF2-40B4-BE49-F238E27FC236}">
                <a16:creationId xmlns:a16="http://schemas.microsoft.com/office/drawing/2014/main" id="{2ED18486-88AD-3E13-6114-5CD96977F863}"/>
              </a:ext>
            </a:extLst>
          </p:cNvPr>
          <p:cNvSpPr/>
          <p:nvPr/>
        </p:nvSpPr>
        <p:spPr>
          <a:xfrm>
            <a:off x="6730999" y="1695830"/>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479" y="37263"/>
                  <a:pt x="42209" y="-9044"/>
                  <a:pt x="97367" y="0"/>
                </a:cubicBezTo>
                <a:cubicBezTo>
                  <a:pt x="138307" y="4368"/>
                  <a:pt x="180489" y="41365"/>
                  <a:pt x="194734" y="90312"/>
                </a:cubicBezTo>
                <a:cubicBezTo>
                  <a:pt x="202825" y="145591"/>
                  <a:pt x="153211" y="175286"/>
                  <a:pt x="97367" y="180624"/>
                </a:cubicBezTo>
                <a:cubicBezTo>
                  <a:pt x="39850" y="180403"/>
                  <a:pt x="-9966" y="135249"/>
                  <a:pt x="0" y="90312"/>
                </a:cubicBezTo>
                <a:close/>
              </a:path>
              <a:path w="194734" h="180624" stroke="0" extrusionOk="0">
                <a:moveTo>
                  <a:pt x="0" y="90312"/>
                </a:moveTo>
                <a:cubicBezTo>
                  <a:pt x="3074" y="40171"/>
                  <a:pt x="49624" y="2587"/>
                  <a:pt x="97367" y="0"/>
                </a:cubicBezTo>
                <a:cubicBezTo>
                  <a:pt x="143854" y="7175"/>
                  <a:pt x="187793" y="38539"/>
                  <a:pt x="194734" y="90312"/>
                </a:cubicBezTo>
                <a:cubicBezTo>
                  <a:pt x="199424" y="137463"/>
                  <a:pt x="153058" y="178909"/>
                  <a:pt x="97367" y="180624"/>
                </a:cubicBezTo>
                <a:cubicBezTo>
                  <a:pt x="45007" y="180664"/>
                  <a:pt x="3811" y="142514"/>
                  <a:pt x="0" y="90312"/>
                </a:cubicBezTo>
                <a:close/>
              </a:path>
            </a:pathLst>
          </a:custGeom>
          <a:solidFill>
            <a:srgbClr val="FF80DF"/>
          </a:solidFill>
          <a:ln>
            <a:solidFill>
              <a:srgbClr val="FF80DF"/>
            </a:solidFill>
            <a:extLst>
              <a:ext uri="{C807C97D-BFC1-408E-A445-0C87EB9F89A2}">
                <ask:lineSketchStyleProps xmlns:ask="http://schemas.microsoft.com/office/drawing/2018/sketchyshapes" sd="3140710686">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val 27">
            <a:extLst>
              <a:ext uri="{FF2B5EF4-FFF2-40B4-BE49-F238E27FC236}">
                <a16:creationId xmlns:a16="http://schemas.microsoft.com/office/drawing/2014/main" id="{75A096F1-C724-A127-18C0-4D2AC278C9CF}"/>
              </a:ext>
            </a:extLst>
          </p:cNvPr>
          <p:cNvSpPr/>
          <p:nvPr/>
        </p:nvSpPr>
        <p:spPr>
          <a:xfrm>
            <a:off x="6731000" y="631209"/>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10009" y="50749"/>
                  <a:pt x="52153" y="7733"/>
                  <a:pt x="97367" y="0"/>
                </a:cubicBezTo>
                <a:cubicBezTo>
                  <a:pt x="151533" y="-2957"/>
                  <a:pt x="192578" y="37683"/>
                  <a:pt x="194734" y="90312"/>
                </a:cubicBezTo>
                <a:cubicBezTo>
                  <a:pt x="190200" y="130644"/>
                  <a:pt x="156540" y="171012"/>
                  <a:pt x="97367" y="180624"/>
                </a:cubicBezTo>
                <a:cubicBezTo>
                  <a:pt x="44043" y="184250"/>
                  <a:pt x="-4321" y="135792"/>
                  <a:pt x="0" y="90312"/>
                </a:cubicBezTo>
                <a:close/>
              </a:path>
              <a:path w="194734" h="180624" stroke="0" extrusionOk="0">
                <a:moveTo>
                  <a:pt x="0" y="90312"/>
                </a:moveTo>
                <a:cubicBezTo>
                  <a:pt x="-394" y="25977"/>
                  <a:pt x="43426" y="-2583"/>
                  <a:pt x="97367" y="0"/>
                </a:cubicBezTo>
                <a:cubicBezTo>
                  <a:pt x="150954" y="-7509"/>
                  <a:pt x="196063" y="33146"/>
                  <a:pt x="194734" y="90312"/>
                </a:cubicBezTo>
                <a:cubicBezTo>
                  <a:pt x="191196" y="125968"/>
                  <a:pt x="151281" y="182423"/>
                  <a:pt x="97367" y="180624"/>
                </a:cubicBezTo>
                <a:cubicBezTo>
                  <a:pt x="30187" y="179779"/>
                  <a:pt x="-469" y="129008"/>
                  <a:pt x="0" y="90312"/>
                </a:cubicBezTo>
                <a:close/>
              </a:path>
            </a:pathLst>
          </a:custGeom>
          <a:solidFill>
            <a:srgbClr val="FFE342"/>
          </a:solidFill>
          <a:ln>
            <a:solidFill>
              <a:srgbClr val="FFE342"/>
            </a:solidFill>
            <a:extLst>
              <a:ext uri="{C807C97D-BFC1-408E-A445-0C87EB9F89A2}">
                <ask:lineSketchStyleProps xmlns:ask="http://schemas.microsoft.com/office/drawing/2018/sketchyshapes" sd="1619771458">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 name="Google Shape;102;p21">
            <a:extLst>
              <a:ext uri="{FF2B5EF4-FFF2-40B4-BE49-F238E27FC236}">
                <a16:creationId xmlns:a16="http://schemas.microsoft.com/office/drawing/2014/main" id="{A0EF44E5-B0D9-A596-2E55-05ED5B1C1FA5}"/>
              </a:ext>
            </a:extLst>
          </p:cNvPr>
          <p:cNvSpPr txBox="1">
            <a:spLocks noGrp="1"/>
          </p:cNvSpPr>
          <p:nvPr>
            <p:ph type="title"/>
          </p:nvPr>
        </p:nvSpPr>
        <p:spPr>
          <a:xfrm>
            <a:off x="432572" y="476574"/>
            <a:ext cx="8520600" cy="572700"/>
          </a:xfrm>
          <a:prstGeom prst="rect">
            <a:avLst/>
          </a:prstGeom>
        </p:spPr>
        <p:txBody>
          <a:bodyPr spcFirstLastPara="1" wrap="square" lIns="91425" tIns="91425" rIns="91425" bIns="91425" anchor="t" anchorCtr="0">
            <a:normAutofit fontScale="90000"/>
          </a:bodyPr>
          <a:lstStyle/>
          <a:p>
            <a:r>
              <a:rPr lang="en" b="1">
                <a:solidFill>
                  <a:srgbClr val="0C5ADB"/>
                </a:solidFill>
                <a:latin typeface="Fairwater Script"/>
              </a:rPr>
              <a:t>Content Validation Process Flow</a:t>
            </a:r>
            <a:endParaRPr b="1">
              <a:solidFill>
                <a:srgbClr val="0C5ADB"/>
              </a:solidFill>
              <a:latin typeface="Fairwater Script"/>
            </a:endParaRPr>
          </a:p>
        </p:txBody>
      </p:sp>
      <p:sp>
        <p:nvSpPr>
          <p:cNvPr id="2" name="Slide Number Placeholder 1">
            <a:extLst>
              <a:ext uri="{FF2B5EF4-FFF2-40B4-BE49-F238E27FC236}">
                <a16:creationId xmlns:a16="http://schemas.microsoft.com/office/drawing/2014/main" id="{9302EC7F-CB89-7304-1677-30078F1439F3}"/>
              </a:ext>
            </a:extLst>
          </p:cNvPr>
          <p:cNvSpPr>
            <a:spLocks noGrp="1"/>
          </p:cNvSpPr>
          <p:nvPr>
            <p:ph type="sldNum" idx="12"/>
          </p:nvPr>
        </p:nvSpPr>
        <p:spPr>
          <a:xfrm>
            <a:off x="8565493" y="4696444"/>
            <a:ext cx="548700" cy="393600"/>
          </a:xfrm>
        </p:spPr>
        <p:txBody>
          <a:bodyPr/>
          <a:lstStyle/>
          <a:p>
            <a:fld id="{00000000-1234-1234-1234-123412341234}" type="slidenum">
              <a:rPr lang="en"/>
              <a:t>35</a:t>
            </a:fld>
            <a:endParaRPr lang="en-GB"/>
          </a:p>
        </p:txBody>
      </p:sp>
      <p:sp>
        <p:nvSpPr>
          <p:cNvPr id="11" name="Rectangle 10">
            <a:extLst>
              <a:ext uri="{FF2B5EF4-FFF2-40B4-BE49-F238E27FC236}">
                <a16:creationId xmlns:a16="http://schemas.microsoft.com/office/drawing/2014/main" id="{05695E53-24F8-9F2F-A994-61A34787AC49}"/>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792E79DA-997C-E49B-9330-D109F294E4FE}"/>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
        <p:nvSpPr>
          <p:cNvPr id="13" name="Oval 12">
            <a:extLst>
              <a:ext uri="{FF2B5EF4-FFF2-40B4-BE49-F238E27FC236}">
                <a16:creationId xmlns:a16="http://schemas.microsoft.com/office/drawing/2014/main" id="{6A6331AE-23C6-F378-D731-FD50E1E64E58}"/>
              </a:ext>
            </a:extLst>
          </p:cNvPr>
          <p:cNvSpPr/>
          <p:nvPr/>
        </p:nvSpPr>
        <p:spPr>
          <a:xfrm>
            <a:off x="6730999" y="1900707"/>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479" y="37263"/>
                  <a:pt x="42209" y="-9044"/>
                  <a:pt x="97367" y="0"/>
                </a:cubicBezTo>
                <a:cubicBezTo>
                  <a:pt x="138307" y="4368"/>
                  <a:pt x="180489" y="41365"/>
                  <a:pt x="194734" y="90312"/>
                </a:cubicBezTo>
                <a:cubicBezTo>
                  <a:pt x="202825" y="145591"/>
                  <a:pt x="153211" y="175286"/>
                  <a:pt x="97367" y="180624"/>
                </a:cubicBezTo>
                <a:cubicBezTo>
                  <a:pt x="39850" y="180403"/>
                  <a:pt x="-9966" y="135249"/>
                  <a:pt x="0" y="90312"/>
                </a:cubicBezTo>
                <a:close/>
              </a:path>
              <a:path w="194734" h="180624" stroke="0" extrusionOk="0">
                <a:moveTo>
                  <a:pt x="0" y="90312"/>
                </a:moveTo>
                <a:cubicBezTo>
                  <a:pt x="3074" y="40171"/>
                  <a:pt x="49624" y="2587"/>
                  <a:pt x="97367" y="0"/>
                </a:cubicBezTo>
                <a:cubicBezTo>
                  <a:pt x="143854" y="7175"/>
                  <a:pt x="187793" y="38539"/>
                  <a:pt x="194734" y="90312"/>
                </a:cubicBezTo>
                <a:cubicBezTo>
                  <a:pt x="199424" y="137463"/>
                  <a:pt x="153058" y="178909"/>
                  <a:pt x="97367" y="180624"/>
                </a:cubicBezTo>
                <a:cubicBezTo>
                  <a:pt x="45007" y="180664"/>
                  <a:pt x="3811" y="142514"/>
                  <a:pt x="0" y="90312"/>
                </a:cubicBezTo>
                <a:close/>
              </a:path>
            </a:pathLst>
          </a:custGeom>
          <a:solidFill>
            <a:srgbClr val="FC9432"/>
          </a:solidFill>
          <a:ln>
            <a:solidFill>
              <a:srgbClr val="FC9432"/>
            </a:solidFill>
            <a:extLst>
              <a:ext uri="{C807C97D-BFC1-408E-A445-0C87EB9F89A2}">
                <ask:lineSketchStyleProps xmlns:ask="http://schemas.microsoft.com/office/drawing/2018/sketchyshapes" sd="3140710686">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7A20194C-EBA5-F7BD-6774-0C05F0D41DE9}"/>
              </a:ext>
            </a:extLst>
          </p:cNvPr>
          <p:cNvSpPr/>
          <p:nvPr/>
        </p:nvSpPr>
        <p:spPr>
          <a:xfrm>
            <a:off x="6730999" y="2105584"/>
            <a:ext cx="194734" cy="180624"/>
          </a:xfrm>
          <a:custGeom>
            <a:avLst/>
            <a:gdLst>
              <a:gd name="connsiteX0" fmla="*/ 0 w 194734"/>
              <a:gd name="connsiteY0" fmla="*/ 90312 h 180624"/>
              <a:gd name="connsiteX1" fmla="*/ 97367 w 194734"/>
              <a:gd name="connsiteY1" fmla="*/ 0 h 180624"/>
              <a:gd name="connsiteX2" fmla="*/ 194734 w 194734"/>
              <a:gd name="connsiteY2" fmla="*/ 90312 h 180624"/>
              <a:gd name="connsiteX3" fmla="*/ 97367 w 194734"/>
              <a:gd name="connsiteY3" fmla="*/ 180624 h 180624"/>
              <a:gd name="connsiteX4" fmla="*/ 0 w 194734"/>
              <a:gd name="connsiteY4" fmla="*/ 90312 h 180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34" h="180624" fill="none" extrusionOk="0">
                <a:moveTo>
                  <a:pt x="0" y="90312"/>
                </a:moveTo>
                <a:cubicBezTo>
                  <a:pt x="479" y="37263"/>
                  <a:pt x="42209" y="-9044"/>
                  <a:pt x="97367" y="0"/>
                </a:cubicBezTo>
                <a:cubicBezTo>
                  <a:pt x="138307" y="4368"/>
                  <a:pt x="180489" y="41365"/>
                  <a:pt x="194734" y="90312"/>
                </a:cubicBezTo>
                <a:cubicBezTo>
                  <a:pt x="202825" y="145591"/>
                  <a:pt x="153211" y="175286"/>
                  <a:pt x="97367" y="180624"/>
                </a:cubicBezTo>
                <a:cubicBezTo>
                  <a:pt x="39850" y="180403"/>
                  <a:pt x="-9966" y="135249"/>
                  <a:pt x="0" y="90312"/>
                </a:cubicBezTo>
                <a:close/>
              </a:path>
              <a:path w="194734" h="180624" stroke="0" extrusionOk="0">
                <a:moveTo>
                  <a:pt x="0" y="90312"/>
                </a:moveTo>
                <a:cubicBezTo>
                  <a:pt x="3074" y="40171"/>
                  <a:pt x="49624" y="2587"/>
                  <a:pt x="97367" y="0"/>
                </a:cubicBezTo>
                <a:cubicBezTo>
                  <a:pt x="143854" y="7175"/>
                  <a:pt x="187793" y="38539"/>
                  <a:pt x="194734" y="90312"/>
                </a:cubicBezTo>
                <a:cubicBezTo>
                  <a:pt x="199424" y="137463"/>
                  <a:pt x="153058" y="178909"/>
                  <a:pt x="97367" y="180624"/>
                </a:cubicBezTo>
                <a:cubicBezTo>
                  <a:pt x="45007" y="180664"/>
                  <a:pt x="3811" y="142514"/>
                  <a:pt x="0" y="90312"/>
                </a:cubicBezTo>
                <a:close/>
              </a:path>
            </a:pathLst>
          </a:custGeom>
          <a:solidFill>
            <a:srgbClr val="00C2A8"/>
          </a:solidFill>
          <a:ln>
            <a:solidFill>
              <a:srgbClr val="00C2A8"/>
            </a:solidFill>
            <a:extLst>
              <a:ext uri="{C807C97D-BFC1-408E-A445-0C87EB9F89A2}">
                <ask:lineSketchStyleProps xmlns:ask="http://schemas.microsoft.com/office/drawing/2018/sketchyshapes" sd="3140710686">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1" name="Graphic 18">
            <a:extLst>
              <a:ext uri="{FF2B5EF4-FFF2-40B4-BE49-F238E27FC236}">
                <a16:creationId xmlns:a16="http://schemas.microsoft.com/office/drawing/2014/main" id="{1B38BAD9-19E8-7D42-BC13-73CA9CE56E1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1502" y="848343"/>
            <a:ext cx="8282739" cy="4837823"/>
          </a:xfrm>
          <a:prstGeom prst="rect">
            <a:avLst/>
          </a:prstGeom>
        </p:spPr>
      </p:pic>
    </p:spTree>
    <p:extLst>
      <p:ext uri="{BB962C8B-B14F-4D97-AF65-F5344CB8AC3E}">
        <p14:creationId xmlns:p14="http://schemas.microsoft.com/office/powerpoint/2010/main" val="14349563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65">
          <a:extLst>
            <a:ext uri="{FF2B5EF4-FFF2-40B4-BE49-F238E27FC236}">
              <a16:creationId xmlns:a16="http://schemas.microsoft.com/office/drawing/2014/main" id="{B8CD5481-2D03-ADA4-0496-B5FE9F59FE4C}"/>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95797E72-05C1-80DA-57E0-A17C54692D7D}"/>
              </a:ext>
            </a:extLst>
          </p:cNvPr>
          <p:cNvGrpSpPr/>
          <p:nvPr/>
        </p:nvGrpSpPr>
        <p:grpSpPr>
          <a:xfrm>
            <a:off x="1262" y="-142"/>
            <a:ext cx="9146016" cy="5141405"/>
            <a:chOff x="1263" y="-142"/>
            <a:chExt cx="10058400" cy="914401"/>
          </a:xfrm>
        </p:grpSpPr>
        <p:sp>
          <p:nvSpPr>
            <p:cNvPr id="3" name="Rectangle 2">
              <a:extLst>
                <a:ext uri="{FF2B5EF4-FFF2-40B4-BE49-F238E27FC236}">
                  <a16:creationId xmlns:a16="http://schemas.microsoft.com/office/drawing/2014/main" id="{1A8A72F4-7B71-42D6-4612-F3CA766A46B2}"/>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0958AE3C-BD30-13CE-F77D-FAF0278BB84A}"/>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A85FC117-F1FF-20F4-25B1-45CC46F27231}"/>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08FB7C45-B900-5C78-713D-7F529440AA33}"/>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19035E5A-862D-5626-7C2D-CD788F34122F}"/>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38A22A1C-FC99-ACA3-82D5-7BA994636734}"/>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Rectangle 10">
            <a:extLst>
              <a:ext uri="{FF2B5EF4-FFF2-40B4-BE49-F238E27FC236}">
                <a16:creationId xmlns:a16="http://schemas.microsoft.com/office/drawing/2014/main" id="{384276A0-7EAD-F408-A06D-F3C03DA89FDD}"/>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3CFFF546-AC1D-0CD9-45C8-3B05DE4DDC79}"/>
              </a:ext>
            </a:extLst>
          </p:cNvPr>
          <p:cNvSpPr/>
          <p:nvPr/>
        </p:nvSpPr>
        <p:spPr>
          <a:xfrm>
            <a:off x="454139" y="341831"/>
            <a:ext cx="8237349" cy="4062493"/>
          </a:xfrm>
          <a:prstGeom prst="rect">
            <a:avLst/>
          </a:prstGeom>
          <a:solidFill>
            <a:schemeClr val="bg1"/>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Google Shape;66;p15">
            <a:extLst>
              <a:ext uri="{FF2B5EF4-FFF2-40B4-BE49-F238E27FC236}">
                <a16:creationId xmlns:a16="http://schemas.microsoft.com/office/drawing/2014/main" id="{1CFD0458-10D6-6FCB-C73A-03A7BBBFA0F2}"/>
              </a:ext>
            </a:extLst>
          </p:cNvPr>
          <p:cNvSpPr txBox="1">
            <a:spLocks noGrp="1"/>
          </p:cNvSpPr>
          <p:nvPr>
            <p:ph type="title"/>
          </p:nvPr>
        </p:nvSpPr>
        <p:spPr>
          <a:xfrm>
            <a:off x="440509" y="454872"/>
            <a:ext cx="8520600" cy="572700"/>
          </a:xfrm>
          <a:prstGeom prst="rect">
            <a:avLst/>
          </a:prstGeom>
        </p:spPr>
        <p:txBody>
          <a:bodyPr spcFirstLastPara="1" wrap="square" lIns="91425" tIns="91425" rIns="91425" bIns="91425" anchor="t" anchorCtr="0">
            <a:normAutofit fontScale="90000"/>
          </a:bodyPr>
          <a:lstStyle/>
          <a:p>
            <a:r>
              <a:rPr lang="en" b="1">
                <a:solidFill>
                  <a:srgbClr val="4285F4"/>
                </a:solidFill>
                <a:latin typeface="Fairwater Script"/>
              </a:rPr>
              <a:t>Database Schema</a:t>
            </a:r>
            <a:br>
              <a:rPr lang="en" b="1">
                <a:solidFill>
                  <a:srgbClr val="4285F4"/>
                </a:solidFill>
                <a:latin typeface="Fairwater Script"/>
              </a:rPr>
            </a:br>
            <a:endParaRPr lang="en" b="1">
              <a:solidFill>
                <a:srgbClr val="4285F4"/>
              </a:solidFill>
              <a:latin typeface="Fairwater Script"/>
            </a:endParaRPr>
          </a:p>
        </p:txBody>
      </p:sp>
      <p:sp>
        <p:nvSpPr>
          <p:cNvPr id="67" name="Google Shape;67;p15">
            <a:extLst>
              <a:ext uri="{FF2B5EF4-FFF2-40B4-BE49-F238E27FC236}">
                <a16:creationId xmlns:a16="http://schemas.microsoft.com/office/drawing/2014/main" id="{5377A0AC-70E2-5537-6FA7-E3F3D9CF397E}"/>
              </a:ext>
            </a:extLst>
          </p:cNvPr>
          <p:cNvSpPr txBox="1">
            <a:spLocks noGrp="1"/>
          </p:cNvSpPr>
          <p:nvPr>
            <p:ph type="body" idx="1"/>
          </p:nvPr>
        </p:nvSpPr>
        <p:spPr>
          <a:xfrm>
            <a:off x="461511" y="922639"/>
            <a:ext cx="8231233" cy="3488741"/>
          </a:xfrm>
          <a:prstGeom prst="rect">
            <a:avLst/>
          </a:prstGeom>
        </p:spPr>
        <p:txBody>
          <a:bodyPr spcFirstLastPara="1" wrap="square" lIns="91425" tIns="91425" rIns="91425" bIns="91425" anchor="t" anchorCtr="0">
            <a:normAutofit/>
          </a:bodyPr>
          <a:lstStyle/>
          <a:p>
            <a:pPr marL="0" indent="0">
              <a:lnSpc>
                <a:spcPct val="100000"/>
              </a:lnSpc>
              <a:spcAft>
                <a:spcPts val="1200"/>
              </a:spcAft>
              <a:buClr>
                <a:schemeClr val="accent6">
                  <a:lumMod val="20000"/>
                  <a:lumOff val="80000"/>
                </a:schemeClr>
              </a:buClr>
              <a:buNone/>
            </a:pPr>
            <a:endParaRPr lang="en-US">
              <a:solidFill>
                <a:srgbClr val="4285F4"/>
              </a:solidFill>
              <a:latin typeface="Calibri"/>
              <a:ea typeface="Calibri"/>
            </a:endParaRPr>
          </a:p>
        </p:txBody>
      </p:sp>
      <p:sp>
        <p:nvSpPr>
          <p:cNvPr id="2" name="Slide Number Placeholder 1">
            <a:extLst>
              <a:ext uri="{FF2B5EF4-FFF2-40B4-BE49-F238E27FC236}">
                <a16:creationId xmlns:a16="http://schemas.microsoft.com/office/drawing/2014/main" id="{405D5A48-5FEB-3EA9-FC1E-8CDBE658BE31}"/>
              </a:ext>
            </a:extLst>
          </p:cNvPr>
          <p:cNvSpPr>
            <a:spLocks noGrp="1"/>
          </p:cNvSpPr>
          <p:nvPr>
            <p:ph type="sldNum" idx="12"/>
          </p:nvPr>
        </p:nvSpPr>
        <p:spPr>
          <a:xfrm>
            <a:off x="8595439" y="4750027"/>
            <a:ext cx="548700" cy="393600"/>
          </a:xfrm>
        </p:spPr>
        <p:txBody>
          <a:bodyPr/>
          <a:lstStyle/>
          <a:p>
            <a:fld id="{00000000-1234-1234-1234-123412341234}" type="slidenum">
              <a:rPr lang="en"/>
              <a:t>36</a:t>
            </a:fld>
            <a:endParaRPr lang="en-GB"/>
          </a:p>
        </p:txBody>
      </p:sp>
      <p:sp>
        <p:nvSpPr>
          <p:cNvPr id="12" name="Rectangle 11">
            <a:extLst>
              <a:ext uri="{FF2B5EF4-FFF2-40B4-BE49-F238E27FC236}">
                <a16:creationId xmlns:a16="http://schemas.microsoft.com/office/drawing/2014/main" id="{D8BA69F7-6E19-FC80-AD85-7C68A1FD7539}"/>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F3159D37-D564-7CDA-8224-0523E480C789}"/>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pic>
        <p:nvPicPr>
          <p:cNvPr id="20" name="Picture 19">
            <a:extLst>
              <a:ext uri="{FF2B5EF4-FFF2-40B4-BE49-F238E27FC236}">
                <a16:creationId xmlns:a16="http://schemas.microsoft.com/office/drawing/2014/main" id="{66FEDC64-7D4B-0F4E-DD43-079EE3BC1E29}"/>
              </a:ext>
            </a:extLst>
          </p:cNvPr>
          <p:cNvPicPr>
            <a:picLocks noChangeAspect="1"/>
          </p:cNvPicPr>
          <p:nvPr/>
        </p:nvPicPr>
        <p:blipFill>
          <a:blip r:embed="rId3"/>
          <a:stretch>
            <a:fillRect/>
          </a:stretch>
        </p:blipFill>
        <p:spPr>
          <a:xfrm>
            <a:off x="3078999" y="390790"/>
            <a:ext cx="5603490" cy="3973790"/>
          </a:xfrm>
          <a:prstGeom prst="rect">
            <a:avLst/>
          </a:prstGeom>
        </p:spPr>
      </p:pic>
      <p:pic>
        <p:nvPicPr>
          <p:cNvPr id="24" name="Picture 23" descr="A diagram of a keyword&#10;&#10;AI-generated content may be incorrect.">
            <a:extLst>
              <a:ext uri="{FF2B5EF4-FFF2-40B4-BE49-F238E27FC236}">
                <a16:creationId xmlns:a16="http://schemas.microsoft.com/office/drawing/2014/main" id="{053B541C-1150-C644-B8E9-1A080B6A9CAA}"/>
              </a:ext>
            </a:extLst>
          </p:cNvPr>
          <p:cNvPicPr>
            <a:picLocks noChangeAspect="1"/>
          </p:cNvPicPr>
          <p:nvPr/>
        </p:nvPicPr>
        <p:blipFill>
          <a:blip r:embed="rId4"/>
          <a:stretch>
            <a:fillRect/>
          </a:stretch>
        </p:blipFill>
        <p:spPr>
          <a:xfrm>
            <a:off x="467215" y="1847418"/>
            <a:ext cx="2490383" cy="1446278"/>
          </a:xfrm>
          <a:prstGeom prst="rect">
            <a:avLst/>
          </a:prstGeom>
        </p:spPr>
      </p:pic>
    </p:spTree>
    <p:extLst>
      <p:ext uri="{BB962C8B-B14F-4D97-AF65-F5344CB8AC3E}">
        <p14:creationId xmlns:p14="http://schemas.microsoft.com/office/powerpoint/2010/main" val="10556151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
          <a:extLst>
            <a:ext uri="{FF2B5EF4-FFF2-40B4-BE49-F238E27FC236}">
              <a16:creationId xmlns:a16="http://schemas.microsoft.com/office/drawing/2014/main" id="{05A38BC6-9468-D228-D6C4-A108484B241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8496168-ED51-D6F4-05F6-B418AD3E1E1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a:t>37</a:t>
            </a:fld>
            <a:endParaRPr lang="en"/>
          </a:p>
        </p:txBody>
      </p:sp>
      <p:grpSp>
        <p:nvGrpSpPr>
          <p:cNvPr id="12" name="Group 11">
            <a:extLst>
              <a:ext uri="{FF2B5EF4-FFF2-40B4-BE49-F238E27FC236}">
                <a16:creationId xmlns:a16="http://schemas.microsoft.com/office/drawing/2014/main" id="{DF639D0E-DD4C-6727-3221-F57A382DFAE8}"/>
              </a:ext>
            </a:extLst>
          </p:cNvPr>
          <p:cNvGrpSpPr/>
          <p:nvPr/>
        </p:nvGrpSpPr>
        <p:grpSpPr>
          <a:xfrm>
            <a:off x="1260" y="-142"/>
            <a:ext cx="9146016" cy="5141405"/>
            <a:chOff x="1263" y="-142"/>
            <a:chExt cx="10058400" cy="914401"/>
          </a:xfrm>
        </p:grpSpPr>
        <p:sp>
          <p:nvSpPr>
            <p:cNvPr id="6" name="Rectangle 5">
              <a:extLst>
                <a:ext uri="{FF2B5EF4-FFF2-40B4-BE49-F238E27FC236}">
                  <a16:creationId xmlns:a16="http://schemas.microsoft.com/office/drawing/2014/main" id="{5485A7BB-250F-5058-1A01-FA45D03ED53E}"/>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64B26E08-5EFA-5284-02D2-C278D67A2FDE}"/>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592AFA52-E098-BDE8-CD5F-3E8038C8A2AA}"/>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96D814CA-1A8D-E05A-F225-2F04A5A15E3C}"/>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66FF8B78-7415-9EEA-B1B2-F221F6F2DB52}"/>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E11D183C-185A-1B73-75A8-2125DAFFDA44}"/>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 name="Rectangle 4">
            <a:extLst>
              <a:ext uri="{FF2B5EF4-FFF2-40B4-BE49-F238E27FC236}">
                <a16:creationId xmlns:a16="http://schemas.microsoft.com/office/drawing/2014/main" id="{3DD71407-6503-F0E4-9AE0-8E9CBFA499E7}"/>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13" name="Rectangle 12">
            <a:extLst>
              <a:ext uri="{FF2B5EF4-FFF2-40B4-BE49-F238E27FC236}">
                <a16:creationId xmlns:a16="http://schemas.microsoft.com/office/drawing/2014/main" id="{AACDB44E-929C-3F93-A28C-CB81570846A9}"/>
              </a:ext>
            </a:extLst>
          </p:cNvPr>
          <p:cNvSpPr/>
          <p:nvPr/>
        </p:nvSpPr>
        <p:spPr>
          <a:xfrm>
            <a:off x="454139" y="341831"/>
            <a:ext cx="8237349" cy="4062493"/>
          </a:xfrm>
          <a:prstGeom prst="rect">
            <a:avLst/>
          </a:prstGeom>
          <a:solidFill>
            <a:srgbClr val="126E2A"/>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endParaRPr lang="en-GB">
              <a:cs typeface="Arial"/>
            </a:endParaRPr>
          </a:p>
        </p:txBody>
      </p:sp>
      <p:sp>
        <p:nvSpPr>
          <p:cNvPr id="15" name="Rectangle 14">
            <a:extLst>
              <a:ext uri="{FF2B5EF4-FFF2-40B4-BE49-F238E27FC236}">
                <a16:creationId xmlns:a16="http://schemas.microsoft.com/office/drawing/2014/main" id="{ABDFA1E9-B5C7-B9FA-8272-D6B17A8E3271}"/>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22" name="Slide Number Placeholder 1">
            <a:extLst>
              <a:ext uri="{FF2B5EF4-FFF2-40B4-BE49-F238E27FC236}">
                <a16:creationId xmlns:a16="http://schemas.microsoft.com/office/drawing/2014/main" id="{F78CEC55-11CD-1A4D-256C-F573E22F40EE}"/>
              </a:ext>
            </a:extLst>
          </p:cNvPr>
          <p:cNvSpPr txBox="1">
            <a:spLocks/>
          </p:cNvSpPr>
          <p:nvPr/>
        </p:nvSpPr>
        <p:spPr>
          <a:xfrm>
            <a:off x="8595439" y="4750027"/>
            <a:ext cx="548700" cy="3936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
              <a:pPr/>
              <a:t>37</a:t>
            </a:fld>
            <a:endParaRPr lang="en-GB"/>
          </a:p>
        </p:txBody>
      </p:sp>
      <p:sp>
        <p:nvSpPr>
          <p:cNvPr id="26" name="TextBox 25">
            <a:extLst>
              <a:ext uri="{FF2B5EF4-FFF2-40B4-BE49-F238E27FC236}">
                <a16:creationId xmlns:a16="http://schemas.microsoft.com/office/drawing/2014/main" id="{15BA6433-0C01-62D8-078C-0B7C007472BF}"/>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
        <p:nvSpPr>
          <p:cNvPr id="3" name="Google Shape;66;p15">
            <a:extLst>
              <a:ext uri="{FF2B5EF4-FFF2-40B4-BE49-F238E27FC236}">
                <a16:creationId xmlns:a16="http://schemas.microsoft.com/office/drawing/2014/main" id="{BEA975B4-1078-FB69-AAF5-3901676B23B2}"/>
              </a:ext>
            </a:extLst>
          </p:cNvPr>
          <p:cNvSpPr txBox="1">
            <a:spLocks/>
          </p:cNvSpPr>
          <p:nvPr/>
        </p:nvSpPr>
        <p:spPr>
          <a:xfrm>
            <a:off x="462075" y="347042"/>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a:solidFill>
                  <a:schemeClr val="accent6">
                    <a:lumMod val="20000"/>
                    <a:lumOff val="80000"/>
                  </a:schemeClr>
                </a:solidFill>
                <a:latin typeface="Fairwater Script"/>
              </a:rPr>
              <a:t>Login Page</a:t>
            </a:r>
          </a:p>
          <a:p>
            <a:endParaRPr lang="en-US">
              <a:solidFill>
                <a:schemeClr val="accent6">
                  <a:lumMod val="20000"/>
                  <a:lumOff val="80000"/>
                </a:schemeClr>
              </a:solidFill>
              <a:latin typeface="Fairwater Script"/>
            </a:endParaRPr>
          </a:p>
        </p:txBody>
      </p:sp>
      <p:pic>
        <p:nvPicPr>
          <p:cNvPr id="14" name="Picture 13" descr="A screenshot of a login screen&#10;&#10;AI-generated content may be incorrect.">
            <a:extLst>
              <a:ext uri="{FF2B5EF4-FFF2-40B4-BE49-F238E27FC236}">
                <a16:creationId xmlns:a16="http://schemas.microsoft.com/office/drawing/2014/main" id="{1128EC76-211F-EB90-DE17-6558FB0F41BC}"/>
              </a:ext>
            </a:extLst>
          </p:cNvPr>
          <p:cNvPicPr>
            <a:picLocks noChangeAspect="1"/>
          </p:cNvPicPr>
          <p:nvPr/>
        </p:nvPicPr>
        <p:blipFill>
          <a:blip r:embed="rId2"/>
          <a:stretch>
            <a:fillRect/>
          </a:stretch>
        </p:blipFill>
        <p:spPr>
          <a:xfrm>
            <a:off x="1733049" y="839010"/>
            <a:ext cx="5661690" cy="3461425"/>
          </a:xfrm>
          <a:prstGeom prst="rect">
            <a:avLst/>
          </a:prstGeom>
        </p:spPr>
      </p:pic>
    </p:spTree>
    <p:extLst>
      <p:ext uri="{BB962C8B-B14F-4D97-AF65-F5344CB8AC3E}">
        <p14:creationId xmlns:p14="http://schemas.microsoft.com/office/powerpoint/2010/main" val="29867304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
          <a:extLst>
            <a:ext uri="{FF2B5EF4-FFF2-40B4-BE49-F238E27FC236}">
              <a16:creationId xmlns:a16="http://schemas.microsoft.com/office/drawing/2014/main" id="{C9E2CEDF-093D-3CF8-5CDD-73FCCD9DA69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4E5AD95-EFB5-7CEF-9C11-184265F47B4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a:t>38</a:t>
            </a:fld>
            <a:endParaRPr lang="en"/>
          </a:p>
        </p:txBody>
      </p:sp>
      <p:grpSp>
        <p:nvGrpSpPr>
          <p:cNvPr id="12" name="Group 11">
            <a:extLst>
              <a:ext uri="{FF2B5EF4-FFF2-40B4-BE49-F238E27FC236}">
                <a16:creationId xmlns:a16="http://schemas.microsoft.com/office/drawing/2014/main" id="{13C70820-5074-7379-9ABD-033D546271CA}"/>
              </a:ext>
            </a:extLst>
          </p:cNvPr>
          <p:cNvGrpSpPr/>
          <p:nvPr/>
        </p:nvGrpSpPr>
        <p:grpSpPr>
          <a:xfrm>
            <a:off x="1260" y="-142"/>
            <a:ext cx="9146016" cy="5141405"/>
            <a:chOff x="1263" y="-142"/>
            <a:chExt cx="10058400" cy="914401"/>
          </a:xfrm>
        </p:grpSpPr>
        <p:sp>
          <p:nvSpPr>
            <p:cNvPr id="6" name="Rectangle 5">
              <a:extLst>
                <a:ext uri="{FF2B5EF4-FFF2-40B4-BE49-F238E27FC236}">
                  <a16:creationId xmlns:a16="http://schemas.microsoft.com/office/drawing/2014/main" id="{37E75B5A-E267-517B-1629-04AABD78EB7E}"/>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58A70F2F-1F8E-C423-7221-02AF83DE58D8}"/>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F5D39294-BC1E-FF5C-8599-AF4A51BCBA77}"/>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C4E2A792-9696-1ABC-5655-95BB2B7F2B3C}"/>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05832D0B-1A03-4A3D-E5AE-4390CD227A50}"/>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590236BF-F7C5-430A-8D47-77A67BB58336}"/>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 name="Rectangle 4">
            <a:extLst>
              <a:ext uri="{FF2B5EF4-FFF2-40B4-BE49-F238E27FC236}">
                <a16:creationId xmlns:a16="http://schemas.microsoft.com/office/drawing/2014/main" id="{A232DD4A-37F9-DB2B-E776-EA39CC58FAF9}"/>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13" name="Rectangle 12">
            <a:extLst>
              <a:ext uri="{FF2B5EF4-FFF2-40B4-BE49-F238E27FC236}">
                <a16:creationId xmlns:a16="http://schemas.microsoft.com/office/drawing/2014/main" id="{03BAE0F1-6467-3FAF-5657-9287195B226E}"/>
              </a:ext>
            </a:extLst>
          </p:cNvPr>
          <p:cNvSpPr/>
          <p:nvPr/>
        </p:nvSpPr>
        <p:spPr>
          <a:xfrm>
            <a:off x="454139" y="341831"/>
            <a:ext cx="8237349" cy="4062493"/>
          </a:xfrm>
          <a:prstGeom prst="rect">
            <a:avLst/>
          </a:prstGeom>
          <a:solidFill>
            <a:srgbClr val="126E2A"/>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endParaRPr lang="en-GB">
              <a:cs typeface="Arial"/>
            </a:endParaRPr>
          </a:p>
        </p:txBody>
      </p:sp>
      <p:sp>
        <p:nvSpPr>
          <p:cNvPr id="15" name="Rectangle 14">
            <a:extLst>
              <a:ext uri="{FF2B5EF4-FFF2-40B4-BE49-F238E27FC236}">
                <a16:creationId xmlns:a16="http://schemas.microsoft.com/office/drawing/2014/main" id="{3DBA52A7-A019-3BA0-7897-1F128C022A5D}"/>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22" name="Slide Number Placeholder 1">
            <a:extLst>
              <a:ext uri="{FF2B5EF4-FFF2-40B4-BE49-F238E27FC236}">
                <a16:creationId xmlns:a16="http://schemas.microsoft.com/office/drawing/2014/main" id="{4CADF9C9-ED67-E577-A412-76BDB8B9C528}"/>
              </a:ext>
            </a:extLst>
          </p:cNvPr>
          <p:cNvSpPr txBox="1">
            <a:spLocks/>
          </p:cNvSpPr>
          <p:nvPr/>
        </p:nvSpPr>
        <p:spPr>
          <a:xfrm>
            <a:off x="8595439" y="4750027"/>
            <a:ext cx="548700" cy="3936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
              <a:pPr/>
              <a:t>38</a:t>
            </a:fld>
            <a:endParaRPr lang="en-GB"/>
          </a:p>
        </p:txBody>
      </p:sp>
      <p:sp>
        <p:nvSpPr>
          <p:cNvPr id="26" name="TextBox 25">
            <a:extLst>
              <a:ext uri="{FF2B5EF4-FFF2-40B4-BE49-F238E27FC236}">
                <a16:creationId xmlns:a16="http://schemas.microsoft.com/office/drawing/2014/main" id="{CD26FAE3-D1EB-3872-EB66-4DDF2DC6F2A1}"/>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
        <p:nvSpPr>
          <p:cNvPr id="3" name="Google Shape;66;p15">
            <a:extLst>
              <a:ext uri="{FF2B5EF4-FFF2-40B4-BE49-F238E27FC236}">
                <a16:creationId xmlns:a16="http://schemas.microsoft.com/office/drawing/2014/main" id="{C9E4E0BE-225E-3CAC-6357-A785589AB5B9}"/>
              </a:ext>
            </a:extLst>
          </p:cNvPr>
          <p:cNvSpPr txBox="1">
            <a:spLocks/>
          </p:cNvSpPr>
          <p:nvPr/>
        </p:nvSpPr>
        <p:spPr>
          <a:xfrm>
            <a:off x="462075" y="347042"/>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a:solidFill>
                  <a:schemeClr val="accent6">
                    <a:lumMod val="20000"/>
                    <a:lumOff val="80000"/>
                  </a:schemeClr>
                </a:solidFill>
                <a:latin typeface="Fairwater Script"/>
              </a:rPr>
              <a:t>Student View</a:t>
            </a:r>
            <a:endParaRPr lang="en-US">
              <a:solidFill>
                <a:schemeClr val="accent6">
                  <a:lumMod val="20000"/>
                  <a:lumOff val="80000"/>
                </a:schemeClr>
              </a:solidFill>
            </a:endParaRPr>
          </a:p>
          <a:p>
            <a:endParaRPr lang="en-US">
              <a:solidFill>
                <a:schemeClr val="accent6">
                  <a:lumMod val="20000"/>
                  <a:lumOff val="80000"/>
                </a:schemeClr>
              </a:solidFill>
              <a:latin typeface="Fairwater Script"/>
            </a:endParaRPr>
          </a:p>
        </p:txBody>
      </p:sp>
      <p:pic>
        <p:nvPicPr>
          <p:cNvPr id="2" name="Picture 1" descr="A screenshot of a computer&#10;&#10;AI-generated content may be incorrect.">
            <a:extLst>
              <a:ext uri="{FF2B5EF4-FFF2-40B4-BE49-F238E27FC236}">
                <a16:creationId xmlns:a16="http://schemas.microsoft.com/office/drawing/2014/main" id="{BD2B0163-BFEA-6B7C-7E3E-B21647BCBBA4}"/>
              </a:ext>
            </a:extLst>
          </p:cNvPr>
          <p:cNvPicPr>
            <a:picLocks noChangeAspect="1"/>
          </p:cNvPicPr>
          <p:nvPr/>
        </p:nvPicPr>
        <p:blipFill>
          <a:blip r:embed="rId2"/>
          <a:stretch>
            <a:fillRect/>
          </a:stretch>
        </p:blipFill>
        <p:spPr>
          <a:xfrm>
            <a:off x="1812133" y="918795"/>
            <a:ext cx="5524131" cy="3332286"/>
          </a:xfrm>
          <a:prstGeom prst="rect">
            <a:avLst/>
          </a:prstGeom>
        </p:spPr>
      </p:pic>
    </p:spTree>
    <p:extLst>
      <p:ext uri="{BB962C8B-B14F-4D97-AF65-F5344CB8AC3E}">
        <p14:creationId xmlns:p14="http://schemas.microsoft.com/office/powerpoint/2010/main" val="12088773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
          <a:extLst>
            <a:ext uri="{FF2B5EF4-FFF2-40B4-BE49-F238E27FC236}">
              <a16:creationId xmlns:a16="http://schemas.microsoft.com/office/drawing/2014/main" id="{6A9B36F8-C3DE-26E6-D7EF-5EEDD182026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220DFD0-2822-8D7C-C348-50811AC691C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a:t>39</a:t>
            </a:fld>
            <a:endParaRPr lang="en"/>
          </a:p>
        </p:txBody>
      </p:sp>
      <p:grpSp>
        <p:nvGrpSpPr>
          <p:cNvPr id="12" name="Group 11">
            <a:extLst>
              <a:ext uri="{FF2B5EF4-FFF2-40B4-BE49-F238E27FC236}">
                <a16:creationId xmlns:a16="http://schemas.microsoft.com/office/drawing/2014/main" id="{9B9BA48A-2192-994A-6425-BAC958ED8027}"/>
              </a:ext>
            </a:extLst>
          </p:cNvPr>
          <p:cNvGrpSpPr/>
          <p:nvPr/>
        </p:nvGrpSpPr>
        <p:grpSpPr>
          <a:xfrm>
            <a:off x="1260" y="-142"/>
            <a:ext cx="9146016" cy="5141405"/>
            <a:chOff x="1263" y="-142"/>
            <a:chExt cx="10058400" cy="914401"/>
          </a:xfrm>
        </p:grpSpPr>
        <p:sp>
          <p:nvSpPr>
            <p:cNvPr id="6" name="Rectangle 5">
              <a:extLst>
                <a:ext uri="{FF2B5EF4-FFF2-40B4-BE49-F238E27FC236}">
                  <a16:creationId xmlns:a16="http://schemas.microsoft.com/office/drawing/2014/main" id="{4ADDECB4-D7DF-FEAD-B9AA-526AC5F94BD1}"/>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4E850A58-50B3-E5CB-A5C1-DFDDBCA793FD}"/>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C0040E97-DED8-BCE8-8995-72C7E6F1FA28}"/>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5D2CF4FF-789C-B573-AB57-56EBFF961EEC}"/>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649AB8B8-C9FE-BE14-DF24-9618FC44DFCA}"/>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064B59B5-D3FD-3D06-9F50-DC46FCD3CBC6}"/>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 name="Rectangle 4">
            <a:extLst>
              <a:ext uri="{FF2B5EF4-FFF2-40B4-BE49-F238E27FC236}">
                <a16:creationId xmlns:a16="http://schemas.microsoft.com/office/drawing/2014/main" id="{0C7575F8-AC72-6CB6-6B94-5D8438DF24C1}"/>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13" name="Rectangle 12">
            <a:extLst>
              <a:ext uri="{FF2B5EF4-FFF2-40B4-BE49-F238E27FC236}">
                <a16:creationId xmlns:a16="http://schemas.microsoft.com/office/drawing/2014/main" id="{C49087D6-2AB7-C5FE-255B-EEC02953737F}"/>
              </a:ext>
            </a:extLst>
          </p:cNvPr>
          <p:cNvSpPr/>
          <p:nvPr/>
        </p:nvSpPr>
        <p:spPr>
          <a:xfrm>
            <a:off x="454139" y="341831"/>
            <a:ext cx="8237349" cy="4062493"/>
          </a:xfrm>
          <a:prstGeom prst="rect">
            <a:avLst/>
          </a:prstGeom>
          <a:solidFill>
            <a:srgbClr val="126E2A"/>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endParaRPr lang="en-GB">
              <a:cs typeface="Arial"/>
            </a:endParaRPr>
          </a:p>
        </p:txBody>
      </p:sp>
      <p:sp>
        <p:nvSpPr>
          <p:cNvPr id="15" name="Rectangle 14">
            <a:extLst>
              <a:ext uri="{FF2B5EF4-FFF2-40B4-BE49-F238E27FC236}">
                <a16:creationId xmlns:a16="http://schemas.microsoft.com/office/drawing/2014/main" id="{82650385-6759-7E47-F028-D757DC95EC2B}"/>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22" name="Slide Number Placeholder 1">
            <a:extLst>
              <a:ext uri="{FF2B5EF4-FFF2-40B4-BE49-F238E27FC236}">
                <a16:creationId xmlns:a16="http://schemas.microsoft.com/office/drawing/2014/main" id="{E1CF3BE8-E71C-A435-08BD-963A7435755D}"/>
              </a:ext>
            </a:extLst>
          </p:cNvPr>
          <p:cNvSpPr txBox="1">
            <a:spLocks/>
          </p:cNvSpPr>
          <p:nvPr/>
        </p:nvSpPr>
        <p:spPr>
          <a:xfrm>
            <a:off x="8595439" y="4750027"/>
            <a:ext cx="548700" cy="3936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
              <a:pPr/>
              <a:t>39</a:t>
            </a:fld>
            <a:endParaRPr lang="en-GB"/>
          </a:p>
        </p:txBody>
      </p:sp>
      <p:sp>
        <p:nvSpPr>
          <p:cNvPr id="26" name="TextBox 25">
            <a:extLst>
              <a:ext uri="{FF2B5EF4-FFF2-40B4-BE49-F238E27FC236}">
                <a16:creationId xmlns:a16="http://schemas.microsoft.com/office/drawing/2014/main" id="{C9DBCE19-E72A-6B3E-8B50-9C50D555B8F1}"/>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
        <p:nvSpPr>
          <p:cNvPr id="3" name="Google Shape;66;p15">
            <a:extLst>
              <a:ext uri="{FF2B5EF4-FFF2-40B4-BE49-F238E27FC236}">
                <a16:creationId xmlns:a16="http://schemas.microsoft.com/office/drawing/2014/main" id="{30921881-B166-EA78-479C-F5110D837892}"/>
              </a:ext>
            </a:extLst>
          </p:cNvPr>
          <p:cNvSpPr txBox="1">
            <a:spLocks/>
          </p:cNvSpPr>
          <p:nvPr/>
        </p:nvSpPr>
        <p:spPr>
          <a:xfrm>
            <a:off x="462075" y="347042"/>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a:solidFill>
                  <a:schemeClr val="accent6">
                    <a:lumMod val="20000"/>
                    <a:lumOff val="80000"/>
                  </a:schemeClr>
                </a:solidFill>
                <a:latin typeface="Fairwater Script"/>
              </a:rPr>
              <a:t>Educator View</a:t>
            </a:r>
          </a:p>
        </p:txBody>
      </p:sp>
      <p:pic>
        <p:nvPicPr>
          <p:cNvPr id="14" name="Picture 13" descr="A screenshot of a computer&#10;&#10;AI-generated content may be incorrect.">
            <a:extLst>
              <a:ext uri="{FF2B5EF4-FFF2-40B4-BE49-F238E27FC236}">
                <a16:creationId xmlns:a16="http://schemas.microsoft.com/office/drawing/2014/main" id="{A0275DE8-A9A1-2B9A-C584-24941DA5E01C}"/>
              </a:ext>
            </a:extLst>
          </p:cNvPr>
          <p:cNvPicPr>
            <a:picLocks noChangeAspect="1"/>
          </p:cNvPicPr>
          <p:nvPr/>
        </p:nvPicPr>
        <p:blipFill>
          <a:blip r:embed="rId2"/>
          <a:stretch>
            <a:fillRect/>
          </a:stretch>
        </p:blipFill>
        <p:spPr>
          <a:xfrm>
            <a:off x="2455964" y="920074"/>
            <a:ext cx="4219911" cy="3465479"/>
          </a:xfrm>
          <a:prstGeom prst="rect">
            <a:avLst/>
          </a:prstGeom>
        </p:spPr>
      </p:pic>
    </p:spTree>
    <p:extLst>
      <p:ext uri="{BB962C8B-B14F-4D97-AF65-F5344CB8AC3E}">
        <p14:creationId xmlns:p14="http://schemas.microsoft.com/office/powerpoint/2010/main" val="8110659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
          <a:extLst>
            <a:ext uri="{FF2B5EF4-FFF2-40B4-BE49-F238E27FC236}">
              <a16:creationId xmlns:a16="http://schemas.microsoft.com/office/drawing/2014/main" id="{BB81E08C-D668-487C-7ABB-47A30C6D37B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98D0F6-7BB5-088B-439D-A1D33CC0656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a:t>40</a:t>
            </a:fld>
            <a:endParaRPr lang="en"/>
          </a:p>
        </p:txBody>
      </p:sp>
      <p:grpSp>
        <p:nvGrpSpPr>
          <p:cNvPr id="12" name="Group 11">
            <a:extLst>
              <a:ext uri="{FF2B5EF4-FFF2-40B4-BE49-F238E27FC236}">
                <a16:creationId xmlns:a16="http://schemas.microsoft.com/office/drawing/2014/main" id="{6C4FB7B0-B32B-DCF9-EEAB-5A3007D2980F}"/>
              </a:ext>
            </a:extLst>
          </p:cNvPr>
          <p:cNvGrpSpPr/>
          <p:nvPr/>
        </p:nvGrpSpPr>
        <p:grpSpPr>
          <a:xfrm>
            <a:off x="1260" y="-142"/>
            <a:ext cx="9146016" cy="5141405"/>
            <a:chOff x="1263" y="-142"/>
            <a:chExt cx="10058400" cy="914401"/>
          </a:xfrm>
        </p:grpSpPr>
        <p:sp>
          <p:nvSpPr>
            <p:cNvPr id="6" name="Rectangle 5">
              <a:extLst>
                <a:ext uri="{FF2B5EF4-FFF2-40B4-BE49-F238E27FC236}">
                  <a16:creationId xmlns:a16="http://schemas.microsoft.com/office/drawing/2014/main" id="{5D10B122-8017-2BDC-CEA9-0FEE13DB4472}"/>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5B6A7DF7-9A32-6F3C-048D-25B2C4D40370}"/>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069A1EF9-DFE9-FF70-3BBC-E2FEE7E6D86F}"/>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D9A1529E-E438-D214-24C5-7461C5654C67}"/>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3587E190-1A86-EDC5-EF7F-4978A422A9E8}"/>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CB62231D-C4C7-5E50-6D7B-9664E82AA0CB}"/>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 name="Rectangle 4">
            <a:extLst>
              <a:ext uri="{FF2B5EF4-FFF2-40B4-BE49-F238E27FC236}">
                <a16:creationId xmlns:a16="http://schemas.microsoft.com/office/drawing/2014/main" id="{FB99D2CB-67B1-F6D1-0D63-BB44383953A7}"/>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13" name="Rectangle 12">
            <a:extLst>
              <a:ext uri="{FF2B5EF4-FFF2-40B4-BE49-F238E27FC236}">
                <a16:creationId xmlns:a16="http://schemas.microsoft.com/office/drawing/2014/main" id="{CE0B45EB-7ADA-3EC3-BC19-C594A0678ED6}"/>
              </a:ext>
            </a:extLst>
          </p:cNvPr>
          <p:cNvSpPr/>
          <p:nvPr/>
        </p:nvSpPr>
        <p:spPr>
          <a:xfrm>
            <a:off x="454139" y="341831"/>
            <a:ext cx="8237349" cy="4062493"/>
          </a:xfrm>
          <a:prstGeom prst="rect">
            <a:avLst/>
          </a:prstGeom>
          <a:solidFill>
            <a:srgbClr val="126E2A"/>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endParaRPr lang="en-GB">
              <a:cs typeface="Arial"/>
            </a:endParaRPr>
          </a:p>
        </p:txBody>
      </p:sp>
      <p:sp>
        <p:nvSpPr>
          <p:cNvPr id="15" name="Rectangle 14">
            <a:extLst>
              <a:ext uri="{FF2B5EF4-FFF2-40B4-BE49-F238E27FC236}">
                <a16:creationId xmlns:a16="http://schemas.microsoft.com/office/drawing/2014/main" id="{9E0F9938-7D02-C666-BAEE-EA248ED39E88}"/>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22" name="Slide Number Placeholder 1">
            <a:extLst>
              <a:ext uri="{FF2B5EF4-FFF2-40B4-BE49-F238E27FC236}">
                <a16:creationId xmlns:a16="http://schemas.microsoft.com/office/drawing/2014/main" id="{2AE03A7C-3B50-595A-8069-70FA8DF436A8}"/>
              </a:ext>
            </a:extLst>
          </p:cNvPr>
          <p:cNvSpPr txBox="1">
            <a:spLocks/>
          </p:cNvSpPr>
          <p:nvPr/>
        </p:nvSpPr>
        <p:spPr>
          <a:xfrm>
            <a:off x="8595439" y="4750027"/>
            <a:ext cx="548700" cy="3936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
              <a:pPr/>
              <a:t>40</a:t>
            </a:fld>
            <a:endParaRPr lang="en-GB"/>
          </a:p>
        </p:txBody>
      </p:sp>
      <p:sp>
        <p:nvSpPr>
          <p:cNvPr id="26" name="TextBox 25">
            <a:extLst>
              <a:ext uri="{FF2B5EF4-FFF2-40B4-BE49-F238E27FC236}">
                <a16:creationId xmlns:a16="http://schemas.microsoft.com/office/drawing/2014/main" id="{48B771D3-C6A7-746F-F4FF-B3F535DBE831}"/>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
        <p:nvSpPr>
          <p:cNvPr id="3" name="Google Shape;66;p15">
            <a:extLst>
              <a:ext uri="{FF2B5EF4-FFF2-40B4-BE49-F238E27FC236}">
                <a16:creationId xmlns:a16="http://schemas.microsoft.com/office/drawing/2014/main" id="{9FDB4592-40A1-2423-BFE3-C093011909F3}"/>
              </a:ext>
            </a:extLst>
          </p:cNvPr>
          <p:cNvSpPr txBox="1">
            <a:spLocks/>
          </p:cNvSpPr>
          <p:nvPr/>
        </p:nvSpPr>
        <p:spPr>
          <a:xfrm>
            <a:off x="462075" y="347042"/>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a:solidFill>
                  <a:schemeClr val="accent6">
                    <a:lumMod val="20000"/>
                    <a:lumOff val="80000"/>
                  </a:schemeClr>
                </a:solidFill>
                <a:latin typeface="Fairwater Script"/>
              </a:rPr>
              <a:t>Course Setup</a:t>
            </a:r>
          </a:p>
        </p:txBody>
      </p:sp>
      <p:pic>
        <p:nvPicPr>
          <p:cNvPr id="14" name="Picture 13" descr="A screen shot of a course setup&#10;&#10;AI-generated content may be incorrect.">
            <a:extLst>
              <a:ext uri="{FF2B5EF4-FFF2-40B4-BE49-F238E27FC236}">
                <a16:creationId xmlns:a16="http://schemas.microsoft.com/office/drawing/2014/main" id="{E27A8D2E-D7FE-B7F4-1D07-805210CD29AF}"/>
              </a:ext>
            </a:extLst>
          </p:cNvPr>
          <p:cNvPicPr>
            <a:picLocks noChangeAspect="1"/>
          </p:cNvPicPr>
          <p:nvPr/>
        </p:nvPicPr>
        <p:blipFill>
          <a:blip r:embed="rId2"/>
          <a:stretch>
            <a:fillRect/>
          </a:stretch>
        </p:blipFill>
        <p:spPr>
          <a:xfrm>
            <a:off x="1703639" y="844062"/>
            <a:ext cx="5723534" cy="3446586"/>
          </a:xfrm>
          <a:prstGeom prst="rect">
            <a:avLst/>
          </a:prstGeom>
        </p:spPr>
      </p:pic>
    </p:spTree>
    <p:extLst>
      <p:ext uri="{BB962C8B-B14F-4D97-AF65-F5344CB8AC3E}">
        <p14:creationId xmlns:p14="http://schemas.microsoft.com/office/powerpoint/2010/main" val="13867464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
          <a:extLst>
            <a:ext uri="{FF2B5EF4-FFF2-40B4-BE49-F238E27FC236}">
              <a16:creationId xmlns:a16="http://schemas.microsoft.com/office/drawing/2014/main" id="{6759D200-079B-91EC-F30D-6810B2E11AC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FFAC99-4D6D-A0A6-4359-E6B89C0C5C3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a:t>41</a:t>
            </a:fld>
            <a:endParaRPr lang="en"/>
          </a:p>
        </p:txBody>
      </p:sp>
      <p:grpSp>
        <p:nvGrpSpPr>
          <p:cNvPr id="12" name="Group 11">
            <a:extLst>
              <a:ext uri="{FF2B5EF4-FFF2-40B4-BE49-F238E27FC236}">
                <a16:creationId xmlns:a16="http://schemas.microsoft.com/office/drawing/2014/main" id="{2CCE95DB-BAEB-32A7-0879-D07D09744F28}"/>
              </a:ext>
            </a:extLst>
          </p:cNvPr>
          <p:cNvGrpSpPr/>
          <p:nvPr/>
        </p:nvGrpSpPr>
        <p:grpSpPr>
          <a:xfrm>
            <a:off x="1260" y="-142"/>
            <a:ext cx="9146016" cy="5141405"/>
            <a:chOff x="1263" y="-142"/>
            <a:chExt cx="10058400" cy="914401"/>
          </a:xfrm>
        </p:grpSpPr>
        <p:sp>
          <p:nvSpPr>
            <p:cNvPr id="6" name="Rectangle 5">
              <a:extLst>
                <a:ext uri="{FF2B5EF4-FFF2-40B4-BE49-F238E27FC236}">
                  <a16:creationId xmlns:a16="http://schemas.microsoft.com/office/drawing/2014/main" id="{62667948-D8A4-DE59-1175-A0C433D38CF9}"/>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E493EB9F-2E05-1A3C-8540-ABB342D4845F}"/>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D45CBE6E-A67E-408E-2F81-1D24E7C38DFB}"/>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35506364-567C-9406-ED18-5D4D58463F99}"/>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304213F3-1957-FC32-C65A-DC7CEA87C474}"/>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42387A8D-B3CB-3617-E1A9-27C26E44DA4F}"/>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 name="Rectangle 4">
            <a:extLst>
              <a:ext uri="{FF2B5EF4-FFF2-40B4-BE49-F238E27FC236}">
                <a16:creationId xmlns:a16="http://schemas.microsoft.com/office/drawing/2014/main" id="{D4B04025-9BF2-45C6-5E65-454323587A69}"/>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13" name="Rectangle 12">
            <a:extLst>
              <a:ext uri="{FF2B5EF4-FFF2-40B4-BE49-F238E27FC236}">
                <a16:creationId xmlns:a16="http://schemas.microsoft.com/office/drawing/2014/main" id="{1B536D9A-1F77-680D-27F5-E8AE2F177DAF}"/>
              </a:ext>
            </a:extLst>
          </p:cNvPr>
          <p:cNvSpPr/>
          <p:nvPr/>
        </p:nvSpPr>
        <p:spPr>
          <a:xfrm>
            <a:off x="454139" y="341831"/>
            <a:ext cx="8237349" cy="4062493"/>
          </a:xfrm>
          <a:prstGeom prst="rect">
            <a:avLst/>
          </a:prstGeom>
          <a:solidFill>
            <a:srgbClr val="126E2A"/>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endParaRPr lang="en-GB">
              <a:cs typeface="Arial"/>
            </a:endParaRPr>
          </a:p>
        </p:txBody>
      </p:sp>
      <p:sp>
        <p:nvSpPr>
          <p:cNvPr id="15" name="Rectangle 14">
            <a:extLst>
              <a:ext uri="{FF2B5EF4-FFF2-40B4-BE49-F238E27FC236}">
                <a16:creationId xmlns:a16="http://schemas.microsoft.com/office/drawing/2014/main" id="{E7C6545A-714C-42D1-AD26-7821BF63E8EC}"/>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22" name="Slide Number Placeholder 1">
            <a:extLst>
              <a:ext uri="{FF2B5EF4-FFF2-40B4-BE49-F238E27FC236}">
                <a16:creationId xmlns:a16="http://schemas.microsoft.com/office/drawing/2014/main" id="{635F3D55-D19A-9FC5-5558-D09953159265}"/>
              </a:ext>
            </a:extLst>
          </p:cNvPr>
          <p:cNvSpPr txBox="1">
            <a:spLocks/>
          </p:cNvSpPr>
          <p:nvPr/>
        </p:nvSpPr>
        <p:spPr>
          <a:xfrm>
            <a:off x="8595439" y="4750027"/>
            <a:ext cx="548700" cy="3936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
              <a:pPr/>
              <a:t>41</a:t>
            </a:fld>
            <a:endParaRPr lang="en-GB"/>
          </a:p>
        </p:txBody>
      </p:sp>
      <p:sp>
        <p:nvSpPr>
          <p:cNvPr id="26" name="TextBox 25">
            <a:extLst>
              <a:ext uri="{FF2B5EF4-FFF2-40B4-BE49-F238E27FC236}">
                <a16:creationId xmlns:a16="http://schemas.microsoft.com/office/drawing/2014/main" id="{DB07B00F-C82A-2177-9B89-17FD7D006B94}"/>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
        <p:nvSpPr>
          <p:cNvPr id="3" name="Google Shape;66;p15">
            <a:extLst>
              <a:ext uri="{FF2B5EF4-FFF2-40B4-BE49-F238E27FC236}">
                <a16:creationId xmlns:a16="http://schemas.microsoft.com/office/drawing/2014/main" id="{8F1FCB30-8457-3FC6-4841-1E2EC6AE6CC7}"/>
              </a:ext>
            </a:extLst>
          </p:cNvPr>
          <p:cNvSpPr txBox="1">
            <a:spLocks/>
          </p:cNvSpPr>
          <p:nvPr/>
        </p:nvSpPr>
        <p:spPr>
          <a:xfrm>
            <a:off x="462075" y="347042"/>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a:solidFill>
                  <a:schemeClr val="accent6">
                    <a:lumMod val="20000"/>
                    <a:lumOff val="80000"/>
                  </a:schemeClr>
                </a:solidFill>
                <a:latin typeface="Fairwater Script"/>
              </a:rPr>
              <a:t>Analytics</a:t>
            </a:r>
          </a:p>
        </p:txBody>
      </p:sp>
      <p:pic>
        <p:nvPicPr>
          <p:cNvPr id="2" name="Picture 1" descr="A screenshot of a computer&#10;&#10;AI-generated content may be incorrect.">
            <a:extLst>
              <a:ext uri="{FF2B5EF4-FFF2-40B4-BE49-F238E27FC236}">
                <a16:creationId xmlns:a16="http://schemas.microsoft.com/office/drawing/2014/main" id="{4D23A7DF-B2A5-3E82-C047-EAF66955D15D}"/>
              </a:ext>
            </a:extLst>
          </p:cNvPr>
          <p:cNvPicPr>
            <a:picLocks noChangeAspect="1"/>
          </p:cNvPicPr>
          <p:nvPr/>
        </p:nvPicPr>
        <p:blipFill>
          <a:blip r:embed="rId2"/>
          <a:stretch>
            <a:fillRect/>
          </a:stretch>
        </p:blipFill>
        <p:spPr>
          <a:xfrm>
            <a:off x="1806988" y="819509"/>
            <a:ext cx="5831949" cy="3504482"/>
          </a:xfrm>
          <a:prstGeom prst="rect">
            <a:avLst/>
          </a:prstGeom>
        </p:spPr>
      </p:pic>
    </p:spTree>
    <p:extLst>
      <p:ext uri="{BB962C8B-B14F-4D97-AF65-F5344CB8AC3E}">
        <p14:creationId xmlns:p14="http://schemas.microsoft.com/office/powerpoint/2010/main" val="38313383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65">
          <a:extLst>
            <a:ext uri="{FF2B5EF4-FFF2-40B4-BE49-F238E27FC236}">
              <a16:creationId xmlns:a16="http://schemas.microsoft.com/office/drawing/2014/main" id="{FEF317CE-0D38-DAB7-0914-1B7E30618224}"/>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3FC99228-B6D4-8A30-315A-5779F1919FA8}"/>
              </a:ext>
            </a:extLst>
          </p:cNvPr>
          <p:cNvGrpSpPr/>
          <p:nvPr/>
        </p:nvGrpSpPr>
        <p:grpSpPr>
          <a:xfrm>
            <a:off x="1262" y="-142"/>
            <a:ext cx="9146016" cy="5141405"/>
            <a:chOff x="1263" y="-142"/>
            <a:chExt cx="10058400" cy="914401"/>
          </a:xfrm>
        </p:grpSpPr>
        <p:sp>
          <p:nvSpPr>
            <p:cNvPr id="3" name="Rectangle 2">
              <a:extLst>
                <a:ext uri="{FF2B5EF4-FFF2-40B4-BE49-F238E27FC236}">
                  <a16:creationId xmlns:a16="http://schemas.microsoft.com/office/drawing/2014/main" id="{89D06046-5338-8D27-6A49-BDD1704F8268}"/>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2BC90A06-73AA-64FC-5076-F3086B10292A}"/>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178DFEED-017B-2373-45CC-E63145164326}"/>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1B217EA9-0BEF-3341-BAD1-C8A0ECC3FBC6}"/>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65B60272-D80A-78E6-6ABF-5E966F11A64D}"/>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640763A8-E8C0-DFDC-C3A0-FA24DAA984A8}"/>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Rectangle 10">
            <a:extLst>
              <a:ext uri="{FF2B5EF4-FFF2-40B4-BE49-F238E27FC236}">
                <a16:creationId xmlns:a16="http://schemas.microsoft.com/office/drawing/2014/main" id="{161ECE13-990D-27E5-F7A1-D35AA330E202}"/>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932C58EB-062B-09E5-B499-F8E227B91E91}"/>
              </a:ext>
            </a:extLst>
          </p:cNvPr>
          <p:cNvSpPr/>
          <p:nvPr/>
        </p:nvSpPr>
        <p:spPr>
          <a:xfrm>
            <a:off x="454139" y="341831"/>
            <a:ext cx="8237349" cy="4062493"/>
          </a:xfrm>
          <a:prstGeom prst="rect">
            <a:avLst/>
          </a:prstGeom>
          <a:solidFill>
            <a:schemeClr val="bg1"/>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Google Shape;66;p15">
            <a:extLst>
              <a:ext uri="{FF2B5EF4-FFF2-40B4-BE49-F238E27FC236}">
                <a16:creationId xmlns:a16="http://schemas.microsoft.com/office/drawing/2014/main" id="{DACAD069-FF8C-CCE3-47E2-469C951BDC2A}"/>
              </a:ext>
            </a:extLst>
          </p:cNvPr>
          <p:cNvSpPr txBox="1">
            <a:spLocks noGrp="1"/>
          </p:cNvSpPr>
          <p:nvPr>
            <p:ph type="title"/>
          </p:nvPr>
        </p:nvSpPr>
        <p:spPr>
          <a:xfrm>
            <a:off x="440509" y="454872"/>
            <a:ext cx="8520600" cy="572700"/>
          </a:xfrm>
          <a:prstGeom prst="rect">
            <a:avLst/>
          </a:prstGeom>
        </p:spPr>
        <p:txBody>
          <a:bodyPr spcFirstLastPara="1" wrap="square" lIns="91425" tIns="91425" rIns="91425" bIns="91425" anchor="t" anchorCtr="0">
            <a:normAutofit fontScale="90000"/>
          </a:bodyPr>
          <a:lstStyle/>
          <a:p>
            <a:r>
              <a:rPr lang="en" b="1">
                <a:solidFill>
                  <a:schemeClr val="accent1"/>
                </a:solidFill>
                <a:latin typeface="Fairwater Script"/>
              </a:rPr>
              <a:t>Real World Product vs. Prototype</a:t>
            </a:r>
            <a:endParaRPr lang="en-US" b="1">
              <a:solidFill>
                <a:schemeClr val="accent1"/>
              </a:solidFill>
            </a:endParaRPr>
          </a:p>
        </p:txBody>
      </p:sp>
      <p:sp>
        <p:nvSpPr>
          <p:cNvPr id="2" name="Slide Number Placeholder 1">
            <a:extLst>
              <a:ext uri="{FF2B5EF4-FFF2-40B4-BE49-F238E27FC236}">
                <a16:creationId xmlns:a16="http://schemas.microsoft.com/office/drawing/2014/main" id="{DB0E9169-40FE-964E-0B9F-EB024D85BCEB}"/>
              </a:ext>
            </a:extLst>
          </p:cNvPr>
          <p:cNvSpPr>
            <a:spLocks noGrp="1"/>
          </p:cNvSpPr>
          <p:nvPr>
            <p:ph type="sldNum" idx="12"/>
          </p:nvPr>
        </p:nvSpPr>
        <p:spPr>
          <a:xfrm>
            <a:off x="8595439" y="4750027"/>
            <a:ext cx="548700" cy="393600"/>
          </a:xfrm>
        </p:spPr>
        <p:txBody>
          <a:bodyPr/>
          <a:lstStyle/>
          <a:p>
            <a:fld id="{00000000-1234-1234-1234-123412341234}" type="slidenum">
              <a:rPr lang="en"/>
              <a:t>42</a:t>
            </a:fld>
            <a:endParaRPr lang="en-GB"/>
          </a:p>
        </p:txBody>
      </p:sp>
      <p:sp>
        <p:nvSpPr>
          <p:cNvPr id="12" name="Rectangle 11">
            <a:extLst>
              <a:ext uri="{FF2B5EF4-FFF2-40B4-BE49-F238E27FC236}">
                <a16:creationId xmlns:a16="http://schemas.microsoft.com/office/drawing/2014/main" id="{4AD889C0-5BDF-A7EE-9A68-452FC29BA182}"/>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7D898245-77A8-6C98-986B-FF942BADD0B2}"/>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graphicFrame>
        <p:nvGraphicFramePr>
          <p:cNvPr id="10" name="Table 9">
            <a:extLst>
              <a:ext uri="{FF2B5EF4-FFF2-40B4-BE49-F238E27FC236}">
                <a16:creationId xmlns:a16="http://schemas.microsoft.com/office/drawing/2014/main" id="{488FC543-88CD-8E87-E42F-C8A4515E0344}"/>
              </a:ext>
            </a:extLst>
          </p:cNvPr>
          <p:cNvGraphicFramePr>
            <a:graphicFrameLocks noGrp="1"/>
          </p:cNvGraphicFramePr>
          <p:nvPr>
            <p:extLst>
              <p:ext uri="{D42A27DB-BD31-4B8C-83A1-F6EECF244321}">
                <p14:modId xmlns:p14="http://schemas.microsoft.com/office/powerpoint/2010/main" val="1773684913"/>
              </p:ext>
            </p:extLst>
          </p:nvPr>
        </p:nvGraphicFramePr>
        <p:xfrm>
          <a:off x="830292" y="905773"/>
          <a:ext cx="7550656" cy="3420472"/>
        </p:xfrm>
        <a:graphic>
          <a:graphicData uri="http://schemas.openxmlformats.org/drawingml/2006/table">
            <a:tbl>
              <a:tblPr firstRow="1" bandRow="1">
                <a:tableStyleId>{5C22544A-7EE6-4342-B048-85BDC9FD1C3A}</a:tableStyleId>
              </a:tblPr>
              <a:tblGrid>
                <a:gridCol w="2516886">
                  <a:extLst>
                    <a:ext uri="{9D8B030D-6E8A-4147-A177-3AD203B41FA5}">
                      <a16:colId xmlns:a16="http://schemas.microsoft.com/office/drawing/2014/main" val="2381325471"/>
                    </a:ext>
                  </a:extLst>
                </a:gridCol>
                <a:gridCol w="2561829">
                  <a:extLst>
                    <a:ext uri="{9D8B030D-6E8A-4147-A177-3AD203B41FA5}">
                      <a16:colId xmlns:a16="http://schemas.microsoft.com/office/drawing/2014/main" val="2962634649"/>
                    </a:ext>
                  </a:extLst>
                </a:gridCol>
                <a:gridCol w="2471941">
                  <a:extLst>
                    <a:ext uri="{9D8B030D-6E8A-4147-A177-3AD203B41FA5}">
                      <a16:colId xmlns:a16="http://schemas.microsoft.com/office/drawing/2014/main" val="4050356513"/>
                    </a:ext>
                  </a:extLst>
                </a:gridCol>
              </a:tblGrid>
              <a:tr h="414616">
                <a:tc>
                  <a:txBody>
                    <a:bodyPr/>
                    <a:lstStyle/>
                    <a:p>
                      <a:r>
                        <a:rPr lang="en-US"/>
                        <a:t>Feature</a:t>
                      </a:r>
                      <a:endParaRPr lang="en-US" err="1"/>
                    </a:p>
                  </a:txBody>
                  <a:tcPr/>
                </a:tc>
                <a:tc>
                  <a:txBody>
                    <a:bodyPr/>
                    <a:lstStyle/>
                    <a:p>
                      <a:r>
                        <a:rPr lang="en-US"/>
                        <a:t>Real World Product</a:t>
                      </a:r>
                    </a:p>
                  </a:txBody>
                  <a:tcPr/>
                </a:tc>
                <a:tc>
                  <a:txBody>
                    <a:bodyPr/>
                    <a:lstStyle/>
                    <a:p>
                      <a:r>
                        <a:rPr lang="en-US"/>
                        <a:t>Prototype</a:t>
                      </a:r>
                    </a:p>
                  </a:txBody>
                  <a:tcPr/>
                </a:tc>
                <a:extLst>
                  <a:ext uri="{0D108BD9-81ED-4DB2-BD59-A6C34878D82A}">
                    <a16:rowId xmlns:a16="http://schemas.microsoft.com/office/drawing/2014/main" val="3222474405"/>
                  </a:ext>
                </a:extLst>
              </a:tr>
              <a:tr h="414616">
                <a:tc>
                  <a:txBody>
                    <a:bodyPr/>
                    <a:lstStyle/>
                    <a:p>
                      <a:r>
                        <a:rPr lang="en-US"/>
                        <a:t>Scalability</a:t>
                      </a:r>
                    </a:p>
                  </a:txBody>
                  <a:tcPr/>
                </a:tc>
                <a:tc>
                  <a:txBody>
                    <a:bodyPr/>
                    <a:lstStyle/>
                    <a:p>
                      <a:r>
                        <a:rPr lang="en-US"/>
                        <a:t>High</a:t>
                      </a:r>
                    </a:p>
                  </a:txBody>
                  <a:tcPr/>
                </a:tc>
                <a:tc>
                  <a:txBody>
                    <a:bodyPr/>
                    <a:lstStyle/>
                    <a:p>
                      <a:r>
                        <a:rPr lang="en-US"/>
                        <a:t>Low</a:t>
                      </a:r>
                    </a:p>
                  </a:txBody>
                  <a:tcPr/>
                </a:tc>
                <a:extLst>
                  <a:ext uri="{0D108BD9-81ED-4DB2-BD59-A6C34878D82A}">
                    <a16:rowId xmlns:a16="http://schemas.microsoft.com/office/drawing/2014/main" val="2891390757"/>
                  </a:ext>
                </a:extLst>
              </a:tr>
              <a:tr h="414616">
                <a:tc>
                  <a:txBody>
                    <a:bodyPr/>
                    <a:lstStyle/>
                    <a:p>
                      <a:r>
                        <a:rPr lang="en-US"/>
                        <a:t>Security</a:t>
                      </a:r>
                    </a:p>
                  </a:txBody>
                  <a:tcPr/>
                </a:tc>
                <a:tc>
                  <a:txBody>
                    <a:bodyPr/>
                    <a:lstStyle/>
                    <a:p>
                      <a:r>
                        <a:rPr lang="en-US"/>
                        <a:t>Robust (OAuth, encryption)</a:t>
                      </a:r>
                    </a:p>
                  </a:txBody>
                  <a:tcPr/>
                </a:tc>
                <a:tc>
                  <a:txBody>
                    <a:bodyPr/>
                    <a:lstStyle/>
                    <a:p>
                      <a:r>
                        <a:rPr lang="en-US"/>
                        <a:t>Basic</a:t>
                      </a:r>
                    </a:p>
                  </a:txBody>
                  <a:tcPr/>
                </a:tc>
                <a:extLst>
                  <a:ext uri="{0D108BD9-81ED-4DB2-BD59-A6C34878D82A}">
                    <a16:rowId xmlns:a16="http://schemas.microsoft.com/office/drawing/2014/main" val="1987351186"/>
                  </a:ext>
                </a:extLst>
              </a:tr>
              <a:tr h="414616">
                <a:tc>
                  <a:txBody>
                    <a:bodyPr/>
                    <a:lstStyle/>
                    <a:p>
                      <a:r>
                        <a:rPr lang="en-US"/>
                        <a:t>Analytics</a:t>
                      </a:r>
                    </a:p>
                  </a:txBody>
                  <a:tcPr/>
                </a:tc>
                <a:tc>
                  <a:txBody>
                    <a:bodyPr/>
                    <a:lstStyle/>
                    <a:p>
                      <a:r>
                        <a:rPr lang="en-US"/>
                        <a:t>Full (detailed exportable)</a:t>
                      </a:r>
                    </a:p>
                  </a:txBody>
                  <a:tcPr/>
                </a:tc>
                <a:tc>
                  <a:txBody>
                    <a:bodyPr/>
                    <a:lstStyle/>
                    <a:p>
                      <a:r>
                        <a:rPr lang="en-US"/>
                        <a:t>Limited</a:t>
                      </a:r>
                    </a:p>
                  </a:txBody>
                  <a:tcPr/>
                </a:tc>
                <a:extLst>
                  <a:ext uri="{0D108BD9-81ED-4DB2-BD59-A6C34878D82A}">
                    <a16:rowId xmlns:a16="http://schemas.microsoft.com/office/drawing/2014/main" val="1686612853"/>
                  </a:ext>
                </a:extLst>
              </a:tr>
              <a:tr h="414616">
                <a:tc>
                  <a:txBody>
                    <a:bodyPr/>
                    <a:lstStyle/>
                    <a:p>
                      <a:r>
                        <a:rPr lang="en-US"/>
                        <a:t>UX/UI</a:t>
                      </a:r>
                    </a:p>
                  </a:txBody>
                  <a:tcPr/>
                </a:tc>
                <a:tc>
                  <a:txBody>
                    <a:bodyPr/>
                    <a:lstStyle/>
                    <a:p>
                      <a:r>
                        <a:rPr lang="en-US"/>
                        <a:t>Polished, responsive</a:t>
                      </a:r>
                    </a:p>
                  </a:txBody>
                  <a:tcPr/>
                </a:tc>
                <a:tc>
                  <a:txBody>
                    <a:bodyPr/>
                    <a:lstStyle/>
                    <a:p>
                      <a:r>
                        <a:rPr lang="en-US"/>
                        <a:t>Basic Functional</a:t>
                      </a:r>
                      <a:endParaRPr lang="en-US" err="1"/>
                    </a:p>
                  </a:txBody>
                  <a:tcPr/>
                </a:tc>
                <a:extLst>
                  <a:ext uri="{0D108BD9-81ED-4DB2-BD59-A6C34878D82A}">
                    <a16:rowId xmlns:a16="http://schemas.microsoft.com/office/drawing/2014/main" val="464801565"/>
                  </a:ext>
                </a:extLst>
              </a:tr>
              <a:tr h="414616">
                <a:tc>
                  <a:txBody>
                    <a:bodyPr/>
                    <a:lstStyle/>
                    <a:p>
                      <a:pPr lvl="0">
                        <a:buNone/>
                      </a:pPr>
                      <a:r>
                        <a:rPr lang="en-US"/>
                        <a:t>Canvas Integration</a:t>
                      </a:r>
                    </a:p>
                  </a:txBody>
                  <a:tcPr/>
                </a:tc>
                <a:tc>
                  <a:txBody>
                    <a:bodyPr/>
                    <a:lstStyle/>
                    <a:p>
                      <a:pPr lvl="0">
                        <a:buNone/>
                      </a:pPr>
                      <a:r>
                        <a:rPr lang="en-US"/>
                        <a:t>Full API sync</a:t>
                      </a:r>
                    </a:p>
                  </a:txBody>
                  <a:tcPr/>
                </a:tc>
                <a:tc>
                  <a:txBody>
                    <a:bodyPr/>
                    <a:lstStyle/>
                    <a:p>
                      <a:pPr lvl="0">
                        <a:buNone/>
                      </a:pPr>
                      <a:r>
                        <a:rPr lang="en-US"/>
                        <a:t>Pull from Canvas &amp; Limited assignment types</a:t>
                      </a:r>
                    </a:p>
                  </a:txBody>
                  <a:tcPr/>
                </a:tc>
                <a:extLst>
                  <a:ext uri="{0D108BD9-81ED-4DB2-BD59-A6C34878D82A}">
                    <a16:rowId xmlns:a16="http://schemas.microsoft.com/office/drawing/2014/main" val="2799675325"/>
                  </a:ext>
                </a:extLst>
              </a:tr>
              <a:tr h="414616">
                <a:tc>
                  <a:txBody>
                    <a:bodyPr/>
                    <a:lstStyle/>
                    <a:p>
                      <a:pPr lvl="0">
                        <a:buNone/>
                      </a:pPr>
                      <a:r>
                        <a:rPr lang="en-US"/>
                        <a:t>LLM Integration</a:t>
                      </a:r>
                    </a:p>
                  </a:txBody>
                  <a:tcPr/>
                </a:tc>
                <a:tc>
                  <a:txBody>
                    <a:bodyPr/>
                    <a:lstStyle/>
                    <a:p>
                      <a:pPr lvl="0">
                        <a:buNone/>
                      </a:pPr>
                      <a:r>
                        <a:rPr lang="en-US"/>
                        <a:t>Proprietary, customizable</a:t>
                      </a:r>
                    </a:p>
                  </a:txBody>
                  <a:tcPr/>
                </a:tc>
                <a:tc>
                  <a:txBody>
                    <a:bodyPr/>
                    <a:lstStyle/>
                    <a:p>
                      <a:pPr lvl="0">
                        <a:buNone/>
                      </a:pPr>
                      <a:r>
                        <a:rPr lang="en-US"/>
                        <a:t>Open source limited</a:t>
                      </a:r>
                    </a:p>
                  </a:txBody>
                  <a:tcPr/>
                </a:tc>
                <a:extLst>
                  <a:ext uri="{0D108BD9-81ED-4DB2-BD59-A6C34878D82A}">
                    <a16:rowId xmlns:a16="http://schemas.microsoft.com/office/drawing/2014/main" val="1912455967"/>
                  </a:ext>
                </a:extLst>
              </a:tr>
              <a:tr h="414616">
                <a:tc>
                  <a:txBody>
                    <a:bodyPr/>
                    <a:lstStyle/>
                    <a:p>
                      <a:pPr lvl="0">
                        <a:buNone/>
                      </a:pPr>
                      <a:r>
                        <a:rPr lang="en-US"/>
                        <a:t>Number of LLM's</a:t>
                      </a:r>
                    </a:p>
                  </a:txBody>
                  <a:tcPr/>
                </a:tc>
                <a:tc>
                  <a:txBody>
                    <a:bodyPr/>
                    <a:lstStyle/>
                    <a:p>
                      <a:pPr lvl="0">
                        <a:buNone/>
                      </a:pPr>
                      <a:r>
                        <a:rPr lang="en-US"/>
                        <a:t>Multiple supported</a:t>
                      </a:r>
                    </a:p>
                  </a:txBody>
                  <a:tcPr/>
                </a:tc>
                <a:tc>
                  <a:txBody>
                    <a:bodyPr/>
                    <a:lstStyle/>
                    <a:p>
                      <a:pPr lvl="0">
                        <a:buNone/>
                      </a:pPr>
                      <a:r>
                        <a:rPr lang="en-US"/>
                        <a:t>One LLM</a:t>
                      </a:r>
                    </a:p>
                  </a:txBody>
                  <a:tcPr/>
                </a:tc>
                <a:extLst>
                  <a:ext uri="{0D108BD9-81ED-4DB2-BD59-A6C34878D82A}">
                    <a16:rowId xmlns:a16="http://schemas.microsoft.com/office/drawing/2014/main" val="3603262707"/>
                  </a:ext>
                </a:extLst>
              </a:tr>
            </a:tbl>
          </a:graphicData>
        </a:graphic>
      </p:graphicFrame>
    </p:spTree>
    <p:extLst>
      <p:ext uri="{BB962C8B-B14F-4D97-AF65-F5344CB8AC3E}">
        <p14:creationId xmlns:p14="http://schemas.microsoft.com/office/powerpoint/2010/main" val="12745991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Shape 65">
          <a:extLst>
            <a:ext uri="{FF2B5EF4-FFF2-40B4-BE49-F238E27FC236}">
              <a16:creationId xmlns:a16="http://schemas.microsoft.com/office/drawing/2014/main" id="{F1BB971D-BF7A-ECC5-1DD1-F69611A9D875}"/>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12C8D732-C84B-F0DD-393F-F8A5692C60CB}"/>
              </a:ext>
            </a:extLst>
          </p:cNvPr>
          <p:cNvGrpSpPr/>
          <p:nvPr/>
        </p:nvGrpSpPr>
        <p:grpSpPr>
          <a:xfrm>
            <a:off x="1262" y="-142"/>
            <a:ext cx="9146016" cy="5141405"/>
            <a:chOff x="1263" y="-142"/>
            <a:chExt cx="10058400" cy="914401"/>
          </a:xfrm>
        </p:grpSpPr>
        <p:sp>
          <p:nvSpPr>
            <p:cNvPr id="3" name="Rectangle 2">
              <a:extLst>
                <a:ext uri="{FF2B5EF4-FFF2-40B4-BE49-F238E27FC236}">
                  <a16:creationId xmlns:a16="http://schemas.microsoft.com/office/drawing/2014/main" id="{259DEEC5-69F6-383D-F49C-E3F0C37320FC}"/>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B09C4E9F-EFE4-FEDA-51D5-85DB65809245}"/>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F67B0C3-8395-3EE2-2BA7-DD5FF80CBFCF}"/>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57B7C200-5024-3BBF-8D98-41DD132E1D60}"/>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575A014B-5E4A-1D5F-49EF-E59AE28E7735}"/>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CC9B2472-BB44-AB7A-7517-434703257484}"/>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Rectangle 10">
            <a:extLst>
              <a:ext uri="{FF2B5EF4-FFF2-40B4-BE49-F238E27FC236}">
                <a16:creationId xmlns:a16="http://schemas.microsoft.com/office/drawing/2014/main" id="{F1C71E5E-3D17-3E22-5601-A7A57B7ADF84}"/>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3F673E96-F57C-8EE5-C9FE-B8602DE72932}"/>
              </a:ext>
            </a:extLst>
          </p:cNvPr>
          <p:cNvSpPr/>
          <p:nvPr/>
        </p:nvSpPr>
        <p:spPr>
          <a:xfrm>
            <a:off x="454139" y="341831"/>
            <a:ext cx="8237349" cy="4062493"/>
          </a:xfrm>
          <a:prstGeom prst="rect">
            <a:avLst/>
          </a:prstGeom>
          <a:solidFill>
            <a:srgbClr val="126E2A"/>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Google Shape;66;p15">
            <a:extLst>
              <a:ext uri="{FF2B5EF4-FFF2-40B4-BE49-F238E27FC236}">
                <a16:creationId xmlns:a16="http://schemas.microsoft.com/office/drawing/2014/main" id="{59FF1722-D4A7-01A2-8058-4D29159DAB3B}"/>
              </a:ext>
            </a:extLst>
          </p:cNvPr>
          <p:cNvSpPr txBox="1">
            <a:spLocks noGrp="1"/>
          </p:cNvSpPr>
          <p:nvPr>
            <p:ph type="title"/>
          </p:nvPr>
        </p:nvSpPr>
        <p:spPr>
          <a:xfrm>
            <a:off x="440509" y="454872"/>
            <a:ext cx="8520600" cy="572700"/>
          </a:xfrm>
          <a:prstGeom prst="rect">
            <a:avLst/>
          </a:prstGeom>
        </p:spPr>
        <p:txBody>
          <a:bodyPr spcFirstLastPara="1" wrap="square" lIns="91425" tIns="91425" rIns="91425" bIns="91425" anchor="t" anchorCtr="0">
            <a:normAutofit fontScale="90000"/>
          </a:bodyPr>
          <a:lstStyle/>
          <a:p>
            <a:r>
              <a:rPr lang="en">
                <a:solidFill>
                  <a:schemeClr val="accent6">
                    <a:lumMod val="20000"/>
                    <a:lumOff val="80000"/>
                  </a:schemeClr>
                </a:solidFill>
                <a:latin typeface="Fairwater Script"/>
              </a:rPr>
              <a:t>Conclusion</a:t>
            </a:r>
            <a:endParaRPr>
              <a:solidFill>
                <a:schemeClr val="accent6">
                  <a:lumMod val="20000"/>
                  <a:lumOff val="80000"/>
                </a:schemeClr>
              </a:solidFill>
              <a:latin typeface="Fairwater Script"/>
            </a:endParaRPr>
          </a:p>
        </p:txBody>
      </p:sp>
      <p:sp>
        <p:nvSpPr>
          <p:cNvPr id="67" name="Google Shape;67;p15">
            <a:extLst>
              <a:ext uri="{FF2B5EF4-FFF2-40B4-BE49-F238E27FC236}">
                <a16:creationId xmlns:a16="http://schemas.microsoft.com/office/drawing/2014/main" id="{3B82A060-DF15-F7F8-2BEC-01959B47BFF9}"/>
              </a:ext>
            </a:extLst>
          </p:cNvPr>
          <p:cNvSpPr txBox="1">
            <a:spLocks noGrp="1"/>
          </p:cNvSpPr>
          <p:nvPr>
            <p:ph type="body" idx="1"/>
          </p:nvPr>
        </p:nvSpPr>
        <p:spPr>
          <a:xfrm>
            <a:off x="522417" y="915583"/>
            <a:ext cx="8231233" cy="3488741"/>
          </a:xfrm>
          <a:prstGeom prst="rect">
            <a:avLst/>
          </a:prstGeom>
        </p:spPr>
        <p:txBody>
          <a:bodyPr spcFirstLastPara="1" wrap="square" lIns="91425" tIns="91425" rIns="91425" bIns="91425" anchor="t" anchorCtr="0">
            <a:normAutofit/>
          </a:bodyPr>
          <a:lstStyle/>
          <a:p>
            <a:pPr marL="285750" indent="-285750">
              <a:lnSpc>
                <a:spcPct val="100000"/>
              </a:lnSpc>
              <a:spcAft>
                <a:spcPts val="1200"/>
              </a:spcAft>
              <a:buClr>
                <a:schemeClr val="accent6">
                  <a:lumMod val="20000"/>
                  <a:lumOff val="80000"/>
                </a:schemeClr>
              </a:buClr>
            </a:pPr>
            <a:r>
              <a:rPr lang="en-US">
                <a:solidFill>
                  <a:srgbClr val="FBFFD9"/>
                </a:solidFill>
                <a:latin typeface="Calibri"/>
                <a:ea typeface="Calibri"/>
              </a:rPr>
              <a:t>Large Language Models like ChatGPT and Gemini have become pervasive in education.</a:t>
            </a:r>
            <a:endParaRPr lang="en-US">
              <a:solidFill>
                <a:srgbClr val="595959"/>
              </a:solidFill>
              <a:ea typeface="Calibri"/>
            </a:endParaRPr>
          </a:p>
          <a:p>
            <a:pPr marL="285750" indent="-285750">
              <a:lnSpc>
                <a:spcPct val="100000"/>
              </a:lnSpc>
              <a:spcAft>
                <a:spcPts val="1200"/>
              </a:spcAft>
              <a:buClr>
                <a:srgbClr val="FCFFD9"/>
              </a:buClr>
            </a:pPr>
            <a:endParaRPr lang="en-US">
              <a:solidFill>
                <a:srgbClr val="FBFFD9"/>
              </a:solidFill>
              <a:latin typeface="Calibri"/>
              <a:ea typeface="Calibri"/>
            </a:endParaRPr>
          </a:p>
          <a:p>
            <a:pPr marL="285750" indent="-285750">
              <a:lnSpc>
                <a:spcPct val="100000"/>
              </a:lnSpc>
              <a:spcAft>
                <a:spcPts val="1200"/>
              </a:spcAft>
              <a:buClr>
                <a:schemeClr val="accent6">
                  <a:lumMod val="20000"/>
                  <a:lumOff val="80000"/>
                </a:schemeClr>
              </a:buClr>
            </a:pPr>
            <a:r>
              <a:rPr lang="en-US">
                <a:solidFill>
                  <a:srgbClr val="FBFFD9"/>
                </a:solidFill>
                <a:latin typeface="Calibri"/>
                <a:ea typeface="Calibri"/>
              </a:rPr>
              <a:t>Students and Educators need a tool that help them better engage with an LLM.</a:t>
            </a:r>
            <a:endParaRPr lang="en-US"/>
          </a:p>
          <a:p>
            <a:pPr marL="0" indent="0">
              <a:lnSpc>
                <a:spcPct val="100000"/>
              </a:lnSpc>
              <a:spcAft>
                <a:spcPts val="1200"/>
              </a:spcAft>
              <a:buClr>
                <a:srgbClr val="FCFFD9"/>
              </a:buClr>
              <a:buNone/>
            </a:pPr>
            <a:endParaRPr lang="en-US">
              <a:solidFill>
                <a:srgbClr val="FBFFD9"/>
              </a:solidFill>
              <a:latin typeface="Calibri"/>
              <a:ea typeface="Calibri"/>
            </a:endParaRPr>
          </a:p>
          <a:p>
            <a:pPr marL="285750" indent="-285750">
              <a:lnSpc>
                <a:spcPct val="100000"/>
              </a:lnSpc>
              <a:spcAft>
                <a:spcPts val="1200"/>
              </a:spcAft>
              <a:buClr>
                <a:schemeClr val="accent6">
                  <a:lumMod val="20000"/>
                  <a:lumOff val="80000"/>
                </a:schemeClr>
              </a:buClr>
            </a:pPr>
            <a:r>
              <a:rPr lang="en-US" err="1">
                <a:solidFill>
                  <a:srgbClr val="FBFFD9"/>
                </a:solidFill>
                <a:latin typeface="Calibri"/>
                <a:ea typeface="Calibri"/>
              </a:rPr>
              <a:t>EduSense</a:t>
            </a:r>
            <a:r>
              <a:rPr lang="en-US">
                <a:solidFill>
                  <a:srgbClr val="FBFFD9"/>
                </a:solidFill>
                <a:latin typeface="Calibri"/>
                <a:ea typeface="Calibri"/>
              </a:rPr>
              <a:t> will apply ethical AI use and the Socratic method of teaching to fulfill this need.</a:t>
            </a:r>
            <a:endParaRPr lang="en-US"/>
          </a:p>
        </p:txBody>
      </p:sp>
      <p:sp>
        <p:nvSpPr>
          <p:cNvPr id="2" name="Slide Number Placeholder 1">
            <a:extLst>
              <a:ext uri="{FF2B5EF4-FFF2-40B4-BE49-F238E27FC236}">
                <a16:creationId xmlns:a16="http://schemas.microsoft.com/office/drawing/2014/main" id="{6FFF3D77-D182-A908-C418-C6F41F489E75}"/>
              </a:ext>
            </a:extLst>
          </p:cNvPr>
          <p:cNvSpPr>
            <a:spLocks noGrp="1"/>
          </p:cNvSpPr>
          <p:nvPr>
            <p:ph type="sldNum" idx="12"/>
          </p:nvPr>
        </p:nvSpPr>
        <p:spPr>
          <a:xfrm>
            <a:off x="8595439" y="4750027"/>
            <a:ext cx="548700" cy="393600"/>
          </a:xfrm>
        </p:spPr>
        <p:txBody>
          <a:bodyPr/>
          <a:lstStyle/>
          <a:p>
            <a:fld id="{00000000-1234-1234-1234-123412341234}" type="slidenum">
              <a:rPr lang="en"/>
              <a:t>43</a:t>
            </a:fld>
            <a:endParaRPr lang="en-GB"/>
          </a:p>
        </p:txBody>
      </p:sp>
      <p:sp>
        <p:nvSpPr>
          <p:cNvPr id="12" name="Rectangle 11">
            <a:extLst>
              <a:ext uri="{FF2B5EF4-FFF2-40B4-BE49-F238E27FC236}">
                <a16:creationId xmlns:a16="http://schemas.microsoft.com/office/drawing/2014/main" id="{2748CB0F-5AC1-5771-F613-339B87E01066}"/>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C9962AEC-AD99-2E6C-5437-423F3D0A2256}"/>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Tree>
    <p:extLst>
      <p:ext uri="{BB962C8B-B14F-4D97-AF65-F5344CB8AC3E}">
        <p14:creationId xmlns:p14="http://schemas.microsoft.com/office/powerpoint/2010/main" val="40095962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30"/>
          <p:cNvSpPr txBox="1">
            <a:spLocks noGrp="1"/>
          </p:cNvSpPr>
          <p:nvPr>
            <p:ph type="title"/>
          </p:nvPr>
        </p:nvSpPr>
        <p:spPr>
          <a:xfrm>
            <a:off x="313464" y="318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References</a:t>
            </a:r>
            <a:endParaRPr/>
          </a:p>
        </p:txBody>
      </p:sp>
      <p:sp>
        <p:nvSpPr>
          <p:cNvPr id="157" name="Google Shape;157;p30"/>
          <p:cNvSpPr txBox="1">
            <a:spLocks noGrp="1"/>
          </p:cNvSpPr>
          <p:nvPr>
            <p:ph type="body" idx="1"/>
          </p:nvPr>
        </p:nvSpPr>
        <p:spPr>
          <a:xfrm>
            <a:off x="1256" y="808517"/>
            <a:ext cx="8520600" cy="4358316"/>
          </a:xfrm>
          <a:prstGeom prst="rect">
            <a:avLst/>
          </a:prstGeom>
        </p:spPr>
        <p:txBody>
          <a:bodyPr spcFirstLastPara="1" wrap="square" lIns="91425" tIns="91425" rIns="91425" bIns="91425" anchor="t" anchorCtr="0">
            <a:normAutofit/>
          </a:bodyPr>
          <a:lstStyle/>
          <a:p>
            <a:pPr>
              <a:lnSpc>
                <a:spcPct val="114999"/>
              </a:lnSpc>
            </a:pPr>
            <a:r>
              <a:rPr lang="en-US" sz="1200">
                <a:solidFill>
                  <a:srgbClr val="595959"/>
                </a:solidFill>
                <a:latin typeface="Times New Roman"/>
                <a:cs typeface="Times New Roman"/>
              </a:rPr>
              <a:t>Farhan, Hind N. “The Impact of AI-Powered Writing Tools on Students’ Writing Performance: A Content Analysis and Future Prospects.” </a:t>
            </a:r>
            <a:r>
              <a:rPr lang="en-US" sz="1200" i="1">
                <a:solidFill>
                  <a:srgbClr val="595959"/>
                </a:solidFill>
                <a:latin typeface="Times New Roman"/>
                <a:cs typeface="Times New Roman"/>
              </a:rPr>
              <a:t>ResearchGate</a:t>
            </a:r>
            <a:r>
              <a:rPr lang="en-US" sz="1200">
                <a:solidFill>
                  <a:srgbClr val="595959"/>
                </a:solidFill>
                <a:latin typeface="Times New Roman"/>
                <a:cs typeface="Times New Roman"/>
              </a:rPr>
              <a:t>, 1 Mar. 2025, </a:t>
            </a:r>
            <a:r>
              <a:rPr lang="en-US" sz="1200">
                <a:solidFill>
                  <a:srgbClr val="595959"/>
                </a:solidFill>
                <a:latin typeface="Times New Roman"/>
                <a:cs typeface="Times New Roman"/>
                <a:hlinkClick r:id="rId3"/>
              </a:rPr>
              <a:t>www.researchgate.net/publication/389458566_The_Impact_of_AI-Powered_Writing_Tools_on_Students</a:t>
            </a:r>
            <a:r>
              <a:rPr lang="en-US" sz="1200">
                <a:solidFill>
                  <a:srgbClr val="595959"/>
                </a:solidFill>
                <a:latin typeface="Times New Roman"/>
                <a:cs typeface="Times New Roman"/>
              </a:rPr>
              <a:t>.</a:t>
            </a:r>
            <a:endParaRPr lang="en-US"/>
          </a:p>
          <a:p>
            <a:pPr>
              <a:lnSpc>
                <a:spcPct val="114999"/>
              </a:lnSpc>
            </a:pPr>
            <a:r>
              <a:rPr lang="en-US" sz="1200">
                <a:solidFill>
                  <a:srgbClr val="595959"/>
                </a:solidFill>
                <a:latin typeface="Times New Roman"/>
                <a:cs typeface="Times New Roman"/>
              </a:rPr>
              <a:t>Freeman, Josh. “Student Generative AI Survey 2025 - HEPI.” </a:t>
            </a:r>
            <a:r>
              <a:rPr lang="en-US" sz="1200" i="1">
                <a:solidFill>
                  <a:srgbClr val="595959"/>
                </a:solidFill>
                <a:latin typeface="Times New Roman"/>
                <a:cs typeface="Times New Roman"/>
              </a:rPr>
              <a:t>HEPI</a:t>
            </a:r>
            <a:r>
              <a:rPr lang="en-US" sz="1200">
                <a:solidFill>
                  <a:srgbClr val="595959"/>
                </a:solidFill>
                <a:latin typeface="Times New Roman"/>
                <a:cs typeface="Times New Roman"/>
              </a:rPr>
              <a:t>, 26 Feb. 2025, </a:t>
            </a:r>
            <a:r>
              <a:rPr lang="en-US" sz="1200">
                <a:solidFill>
                  <a:srgbClr val="595959"/>
                </a:solidFill>
                <a:latin typeface="Times New Roman"/>
                <a:cs typeface="Times New Roman"/>
                <a:hlinkClick r:id="rId4"/>
              </a:rPr>
              <a:t>www.hepi.ac.uk/2025/02/26/student-generative-ai-survey-2025/</a:t>
            </a:r>
            <a:r>
              <a:rPr lang="en-US" sz="1200">
                <a:solidFill>
                  <a:srgbClr val="595959"/>
                </a:solidFill>
                <a:latin typeface="Times New Roman"/>
                <a:cs typeface="Times New Roman"/>
              </a:rPr>
              <a:t>.</a:t>
            </a:r>
            <a:endParaRPr lang="en-US"/>
          </a:p>
          <a:p>
            <a:pPr>
              <a:lnSpc>
                <a:spcPct val="114999"/>
              </a:lnSpc>
            </a:pPr>
            <a:r>
              <a:rPr lang="en-US" sz="1200">
                <a:solidFill>
                  <a:srgbClr val="595959"/>
                </a:solidFill>
                <a:latin typeface="Times New Roman"/>
                <a:cs typeface="Times New Roman"/>
              </a:rPr>
              <a:t>Ju, </a:t>
            </a:r>
            <a:r>
              <a:rPr lang="en-US" sz="1200" err="1">
                <a:solidFill>
                  <a:srgbClr val="595959"/>
                </a:solidFill>
                <a:latin typeface="Times New Roman"/>
                <a:cs typeface="Times New Roman"/>
              </a:rPr>
              <a:t>Qirui</a:t>
            </a:r>
            <a:r>
              <a:rPr lang="en-US" sz="1200">
                <a:solidFill>
                  <a:srgbClr val="595959"/>
                </a:solidFill>
                <a:latin typeface="Times New Roman"/>
                <a:cs typeface="Times New Roman"/>
              </a:rPr>
              <a:t>. “Experimental Evidence on Negative Impact of Generative AI on Scientific Learning Outcomes.” </a:t>
            </a:r>
            <a:r>
              <a:rPr lang="en-US" sz="1200" i="1">
                <a:solidFill>
                  <a:srgbClr val="595959"/>
                </a:solidFill>
                <a:latin typeface="Times New Roman"/>
                <a:cs typeface="Times New Roman"/>
              </a:rPr>
              <a:t>Research Square (Research Square)</a:t>
            </a:r>
            <a:r>
              <a:rPr lang="en-US" sz="1200">
                <a:solidFill>
                  <a:srgbClr val="595959"/>
                </a:solidFill>
                <a:latin typeface="Times New Roman"/>
                <a:cs typeface="Times New Roman"/>
              </a:rPr>
              <a:t>, 21 Sept. 2023, </a:t>
            </a:r>
            <a:r>
              <a:rPr lang="en-US" sz="1200">
                <a:solidFill>
                  <a:srgbClr val="595959"/>
                </a:solidFill>
                <a:latin typeface="Times New Roman"/>
                <a:cs typeface="Times New Roman"/>
                <a:hlinkClick r:id="rId5"/>
              </a:rPr>
              <a:t>https://doi.org/10.21203/rs.3.rs-3371292/v1</a:t>
            </a:r>
            <a:r>
              <a:rPr lang="en-US" sz="1200">
                <a:solidFill>
                  <a:srgbClr val="595959"/>
                </a:solidFill>
                <a:latin typeface="Times New Roman"/>
                <a:cs typeface="Times New Roman"/>
              </a:rPr>
              <a:t>.</a:t>
            </a:r>
            <a:endParaRPr lang="en-US"/>
          </a:p>
          <a:p>
            <a:pPr>
              <a:lnSpc>
                <a:spcPct val="114999"/>
              </a:lnSpc>
            </a:pPr>
            <a:r>
              <a:rPr lang="en-US" sz="1200">
                <a:solidFill>
                  <a:srgbClr val="595959"/>
                </a:solidFill>
                <a:latin typeface="Times New Roman"/>
                <a:cs typeface="Times New Roman"/>
              </a:rPr>
              <a:t>M. Helena Vasconcelos, et al. “Explanations Can Reduce Overreliance on AI Systems during Decision-Making.” </a:t>
            </a:r>
            <a:r>
              <a:rPr lang="en-US" sz="1200" i="1" err="1">
                <a:solidFill>
                  <a:srgbClr val="595959"/>
                </a:solidFill>
                <a:latin typeface="Times New Roman"/>
                <a:cs typeface="Times New Roman"/>
              </a:rPr>
              <a:t>ArXiv</a:t>
            </a:r>
            <a:r>
              <a:rPr lang="en-US" sz="1200" i="1">
                <a:solidFill>
                  <a:srgbClr val="595959"/>
                </a:solidFill>
                <a:latin typeface="Times New Roman"/>
                <a:cs typeface="Times New Roman"/>
              </a:rPr>
              <a:t> (Cornell University)</a:t>
            </a:r>
            <a:r>
              <a:rPr lang="en-US" sz="1200">
                <a:solidFill>
                  <a:srgbClr val="595959"/>
                </a:solidFill>
                <a:latin typeface="Times New Roman"/>
                <a:cs typeface="Times New Roman"/>
              </a:rPr>
              <a:t>, 13 Dec. 2022, </a:t>
            </a:r>
            <a:r>
              <a:rPr lang="en-US" sz="1200">
                <a:solidFill>
                  <a:srgbClr val="595959"/>
                </a:solidFill>
                <a:latin typeface="Times New Roman"/>
                <a:cs typeface="Times New Roman"/>
                <a:hlinkClick r:id="rId6"/>
              </a:rPr>
              <a:t>https://doi.org/10.48550/arxiv.2212.06823</a:t>
            </a:r>
            <a:r>
              <a:rPr lang="en-US" sz="1200">
                <a:solidFill>
                  <a:srgbClr val="595959"/>
                </a:solidFill>
                <a:latin typeface="Times New Roman"/>
                <a:cs typeface="Times New Roman"/>
              </a:rPr>
              <a:t>.</a:t>
            </a:r>
            <a:endParaRPr lang="en-US"/>
          </a:p>
          <a:p>
            <a:pPr>
              <a:lnSpc>
                <a:spcPct val="114999"/>
              </a:lnSpc>
            </a:pPr>
            <a:r>
              <a:rPr lang="en-US" sz="1200">
                <a:solidFill>
                  <a:srgbClr val="595959"/>
                </a:solidFill>
                <a:latin typeface="Times New Roman"/>
                <a:cs typeface="Times New Roman"/>
              </a:rPr>
              <a:t>Rastogi, Charvi, et al. “Deciding Fast and Slow: The Role of Cognitive Biases in AI-Assisted Decision-Making.” </a:t>
            </a:r>
            <a:r>
              <a:rPr lang="en-US" sz="1200" i="1">
                <a:solidFill>
                  <a:srgbClr val="595959"/>
                </a:solidFill>
                <a:latin typeface="Times New Roman"/>
                <a:cs typeface="Times New Roman"/>
              </a:rPr>
              <a:t>Proceedings of the ACM on Human-Computer Interaction</a:t>
            </a:r>
            <a:r>
              <a:rPr lang="en-US" sz="1200">
                <a:solidFill>
                  <a:srgbClr val="595959"/>
                </a:solidFill>
                <a:latin typeface="Times New Roman"/>
                <a:cs typeface="Times New Roman"/>
              </a:rPr>
              <a:t>, vol. 6, no. CSCW1, 30 Mar. 2022, pp. 1–22, krvarshney.github.io/pubs/RastogiZWVDT_cscw2022.pdf, </a:t>
            </a:r>
            <a:r>
              <a:rPr lang="en-US" sz="1200">
                <a:solidFill>
                  <a:srgbClr val="595959"/>
                </a:solidFill>
                <a:latin typeface="Times New Roman"/>
                <a:cs typeface="Times New Roman"/>
                <a:hlinkClick r:id="rId7"/>
              </a:rPr>
              <a:t>https://doi.org/10.1145/3512930</a:t>
            </a:r>
            <a:r>
              <a:rPr lang="en-US" sz="1200">
                <a:solidFill>
                  <a:srgbClr val="595959"/>
                </a:solidFill>
                <a:latin typeface="Times New Roman"/>
                <a:cs typeface="Times New Roman"/>
              </a:rPr>
              <a:t>.</a:t>
            </a:r>
            <a:endParaRPr lang="en-US"/>
          </a:p>
          <a:p>
            <a:pPr>
              <a:lnSpc>
                <a:spcPct val="114999"/>
              </a:lnSpc>
            </a:pPr>
            <a:r>
              <a:rPr lang="en-US" sz="1200">
                <a:solidFill>
                  <a:srgbClr val="595959"/>
                </a:solidFill>
                <a:latin typeface="Times New Roman"/>
                <a:cs typeface="Times New Roman"/>
              </a:rPr>
              <a:t>Zhai, </a:t>
            </a:r>
            <a:r>
              <a:rPr lang="en-US" sz="1200" err="1">
                <a:solidFill>
                  <a:srgbClr val="595959"/>
                </a:solidFill>
                <a:latin typeface="Times New Roman"/>
                <a:cs typeface="Times New Roman"/>
              </a:rPr>
              <a:t>Chunpeng</a:t>
            </a:r>
            <a:r>
              <a:rPr lang="en-US" sz="1200">
                <a:solidFill>
                  <a:srgbClr val="595959"/>
                </a:solidFill>
                <a:latin typeface="Times New Roman"/>
                <a:cs typeface="Times New Roman"/>
              </a:rPr>
              <a:t>, et al. “The Effects of Over-Reliance on AI Dialogue Systems on Students’ Cognitive Abilities: A Systematic Review.” </a:t>
            </a:r>
            <a:r>
              <a:rPr lang="en-US" sz="1200" i="1">
                <a:solidFill>
                  <a:srgbClr val="595959"/>
                </a:solidFill>
                <a:latin typeface="Times New Roman"/>
                <a:cs typeface="Times New Roman"/>
              </a:rPr>
              <a:t>Smart Learning Environments</a:t>
            </a:r>
            <a:r>
              <a:rPr lang="en-US" sz="1200">
                <a:solidFill>
                  <a:srgbClr val="595959"/>
                </a:solidFill>
                <a:latin typeface="Times New Roman"/>
                <a:cs typeface="Times New Roman"/>
              </a:rPr>
              <a:t>, vol. 11, no. 28, 18 June 2024, pp. 1–37, slejournal.springeropen.com/articles/10.1186/s40561-024-00316-7, </a:t>
            </a:r>
            <a:r>
              <a:rPr lang="en-US" sz="1200">
                <a:solidFill>
                  <a:srgbClr val="595959"/>
                </a:solidFill>
                <a:latin typeface="Times New Roman"/>
                <a:cs typeface="Times New Roman"/>
                <a:hlinkClick r:id="rId8"/>
              </a:rPr>
              <a:t>https://doi.org/10.1186/s40561-024-00316-7</a:t>
            </a:r>
            <a:r>
              <a:rPr lang="en-US" sz="1200">
                <a:solidFill>
                  <a:srgbClr val="595959"/>
                </a:solidFill>
                <a:latin typeface="Times New Roman"/>
                <a:cs typeface="Times New Roman"/>
              </a:rPr>
              <a:t>.</a:t>
            </a:r>
            <a:endParaRPr lang="en-US"/>
          </a:p>
        </p:txBody>
      </p:sp>
      <p:sp>
        <p:nvSpPr>
          <p:cNvPr id="2" name="Slide Number Placeholder 1">
            <a:extLst>
              <a:ext uri="{FF2B5EF4-FFF2-40B4-BE49-F238E27FC236}">
                <a16:creationId xmlns:a16="http://schemas.microsoft.com/office/drawing/2014/main" id="{4A7788AE-7E09-7B31-F925-51D94D23CFFE}"/>
              </a:ext>
            </a:extLst>
          </p:cNvPr>
          <p:cNvSpPr>
            <a:spLocks noGrp="1"/>
          </p:cNvSpPr>
          <p:nvPr>
            <p:ph type="sldNum" idx="12"/>
          </p:nvPr>
        </p:nvSpPr>
        <p:spPr>
          <a:xfrm>
            <a:off x="8596697" y="4746043"/>
            <a:ext cx="548700" cy="393600"/>
          </a:xfrm>
        </p:spPr>
        <p:txBody>
          <a:bodyPr/>
          <a:lstStyle/>
          <a:p>
            <a:fld id="{00000000-1234-1234-1234-123412341234}" type="slidenum">
              <a:rPr lang="en"/>
              <a:t>44</a:t>
            </a:fld>
            <a:endParaRPr lang="en-GB"/>
          </a:p>
        </p:txBody>
      </p:sp>
      <p:sp>
        <p:nvSpPr>
          <p:cNvPr id="4" name="TextBox 3">
            <a:extLst>
              <a:ext uri="{FF2B5EF4-FFF2-40B4-BE49-F238E27FC236}">
                <a16:creationId xmlns:a16="http://schemas.microsoft.com/office/drawing/2014/main" id="{139DA2FD-D9F5-9BF6-FF6C-1E1373D9FBFC}"/>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FA36A551-B0BB-DEB1-951D-460B88955905}"/>
              </a:ext>
            </a:extLst>
          </p:cNvPr>
          <p:cNvGrpSpPr/>
          <p:nvPr/>
        </p:nvGrpSpPr>
        <p:grpSpPr>
          <a:xfrm>
            <a:off x="1261" y="-142"/>
            <a:ext cx="9146016" cy="5141405"/>
            <a:chOff x="1263" y="-142"/>
            <a:chExt cx="10058400" cy="914401"/>
          </a:xfrm>
        </p:grpSpPr>
        <p:sp>
          <p:nvSpPr>
            <p:cNvPr id="6" name="Rectangle 5">
              <a:extLst>
                <a:ext uri="{FF2B5EF4-FFF2-40B4-BE49-F238E27FC236}">
                  <a16:creationId xmlns:a16="http://schemas.microsoft.com/office/drawing/2014/main" id="{9B3B3554-5801-CB38-FD69-F9FA156A7B5D}"/>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05AEB4C1-C8EC-33F0-DD91-3AB40A3FC39B}"/>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B5A1062B-4063-B066-042D-61717A0C2FD1}"/>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0728ADE3-528D-11FE-5DBB-F68EA80A6322}"/>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E5236BBE-95AF-C3ED-243C-A0F6CBE60BDD}"/>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405FFB53-A924-CB9E-8C54-1347B6755ABF}"/>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4" name="Rectangle 13">
            <a:extLst>
              <a:ext uri="{FF2B5EF4-FFF2-40B4-BE49-F238E27FC236}">
                <a16:creationId xmlns:a16="http://schemas.microsoft.com/office/drawing/2014/main" id="{7DA907FC-AA9B-CD78-044B-F0CB74DFD3E7}"/>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4F828690-9800-F4BA-2922-9FFB421F5B0A}"/>
              </a:ext>
            </a:extLst>
          </p:cNvPr>
          <p:cNvSpPr/>
          <p:nvPr/>
        </p:nvSpPr>
        <p:spPr>
          <a:xfrm>
            <a:off x="454139" y="341831"/>
            <a:ext cx="8237349" cy="4062493"/>
          </a:xfrm>
          <a:prstGeom prst="rect">
            <a:avLst/>
          </a:prstGeom>
          <a:solidFill>
            <a:srgbClr val="126E2A"/>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A028E059-B33B-A239-782B-D66BE330B7D1}"/>
              </a:ext>
            </a:extLst>
          </p:cNvPr>
          <p:cNvSpPr>
            <a:spLocks noGrp="1"/>
          </p:cNvSpPr>
          <p:nvPr>
            <p:ph type="title"/>
          </p:nvPr>
        </p:nvSpPr>
        <p:spPr>
          <a:xfrm>
            <a:off x="311700" y="2230080"/>
            <a:ext cx="8520600" cy="685589"/>
          </a:xfrm>
        </p:spPr>
        <p:txBody>
          <a:bodyPr>
            <a:noAutofit/>
          </a:bodyPr>
          <a:lstStyle/>
          <a:p>
            <a:pPr algn="ctr"/>
            <a:r>
              <a:rPr lang="en-US" sz="4800">
                <a:solidFill>
                  <a:srgbClr val="FBFFD9"/>
                </a:solidFill>
                <a:latin typeface="Fairwater Script"/>
              </a:rPr>
              <a:t>Appendix</a:t>
            </a:r>
          </a:p>
        </p:txBody>
      </p:sp>
      <p:sp>
        <p:nvSpPr>
          <p:cNvPr id="3" name="Slide Number Placeholder 2">
            <a:extLst>
              <a:ext uri="{FF2B5EF4-FFF2-40B4-BE49-F238E27FC236}">
                <a16:creationId xmlns:a16="http://schemas.microsoft.com/office/drawing/2014/main" id="{4B0134EB-2CD4-BC35-9631-41F5B6BF8752}"/>
              </a:ext>
            </a:extLst>
          </p:cNvPr>
          <p:cNvSpPr>
            <a:spLocks noGrp="1"/>
          </p:cNvSpPr>
          <p:nvPr>
            <p:ph type="sldNum" idx="12"/>
          </p:nvPr>
        </p:nvSpPr>
        <p:spPr>
          <a:xfrm>
            <a:off x="8596697" y="4746043"/>
            <a:ext cx="548700" cy="393600"/>
          </a:xfrm>
        </p:spPr>
        <p:txBody>
          <a:bodyPr/>
          <a:lstStyle/>
          <a:p>
            <a:fld id="{00000000-1234-1234-1234-123412341234}" type="slidenum">
              <a:rPr lang="en"/>
              <a:t>45</a:t>
            </a:fld>
            <a:endParaRPr lang="en-GB"/>
          </a:p>
        </p:txBody>
      </p:sp>
      <p:sp>
        <p:nvSpPr>
          <p:cNvPr id="5" name="TextBox 4">
            <a:extLst>
              <a:ext uri="{FF2B5EF4-FFF2-40B4-BE49-F238E27FC236}">
                <a16:creationId xmlns:a16="http://schemas.microsoft.com/office/drawing/2014/main" id="{5EBB25EB-5C2F-C4F2-C653-B85CA3C07FE6}"/>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Tree>
    <p:extLst>
      <p:ext uri="{BB962C8B-B14F-4D97-AF65-F5344CB8AC3E}">
        <p14:creationId xmlns:p14="http://schemas.microsoft.com/office/powerpoint/2010/main" val="37071611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7B0"/>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0E42640-339E-D47B-3F22-2514DC42D81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a:t>46</a:t>
            </a:fld>
            <a:endParaRPr lang="en"/>
          </a:p>
        </p:txBody>
      </p:sp>
      <p:grpSp>
        <p:nvGrpSpPr>
          <p:cNvPr id="12" name="Group 11">
            <a:extLst>
              <a:ext uri="{FF2B5EF4-FFF2-40B4-BE49-F238E27FC236}">
                <a16:creationId xmlns:a16="http://schemas.microsoft.com/office/drawing/2014/main" id="{328D3169-6765-D395-6165-F3992E40386F}"/>
              </a:ext>
            </a:extLst>
          </p:cNvPr>
          <p:cNvGrpSpPr/>
          <p:nvPr/>
        </p:nvGrpSpPr>
        <p:grpSpPr>
          <a:xfrm>
            <a:off x="1260" y="-142"/>
            <a:ext cx="9146016" cy="5141405"/>
            <a:chOff x="1263" y="-142"/>
            <a:chExt cx="10058400" cy="914401"/>
          </a:xfrm>
        </p:grpSpPr>
        <p:sp>
          <p:nvSpPr>
            <p:cNvPr id="6" name="Rectangle 5">
              <a:extLst>
                <a:ext uri="{FF2B5EF4-FFF2-40B4-BE49-F238E27FC236}">
                  <a16:creationId xmlns:a16="http://schemas.microsoft.com/office/drawing/2014/main" id="{BE212B8D-18DA-4C63-1BA5-8C91AC65DEB0}"/>
                </a:ext>
              </a:extLst>
            </p:cNvPr>
            <p:cNvSpPr/>
            <p:nvPr/>
          </p:nvSpPr>
          <p:spPr>
            <a:xfrm>
              <a:off x="7304839"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2226D791-0989-933B-C3A8-3053DB2652C2}"/>
                </a:ext>
              </a:extLst>
            </p:cNvPr>
            <p:cNvSpPr/>
            <p:nvPr/>
          </p:nvSpPr>
          <p:spPr>
            <a:xfrm>
              <a:off x="5474101"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F53556A6-A220-833A-1935-0814CA81BEB9}"/>
                </a:ext>
              </a:extLst>
            </p:cNvPr>
            <p:cNvSpPr/>
            <p:nvPr/>
          </p:nvSpPr>
          <p:spPr>
            <a:xfrm>
              <a:off x="1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73A9D8EF-454C-1C1D-5195-43714ADA7F46}"/>
                </a:ext>
              </a:extLst>
            </p:cNvPr>
            <p:cNvSpPr/>
            <p:nvPr/>
          </p:nvSpPr>
          <p:spPr>
            <a:xfrm>
              <a:off x="1822313" y="-142"/>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1E606578-DCF0-BBDC-6DE1-9A75264A0B97}"/>
                </a:ext>
              </a:extLst>
            </p:cNvPr>
            <p:cNvSpPr/>
            <p:nvPr/>
          </p:nvSpPr>
          <p:spPr>
            <a:xfrm>
              <a:off x="3653051"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9256C3A1-1504-83D5-1BE6-12D095787FAC}"/>
                </a:ext>
              </a:extLst>
            </p:cNvPr>
            <p:cNvSpPr/>
            <p:nvPr/>
          </p:nvSpPr>
          <p:spPr>
            <a:xfrm>
              <a:off x="9145263" y="-141"/>
              <a:ext cx="914400" cy="914400"/>
            </a:xfrm>
            <a:prstGeom prst="rect">
              <a:avLst/>
            </a:prstGeom>
            <a:solidFill>
              <a:srgbClr val="F5EC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 name="Rectangle 4">
            <a:extLst>
              <a:ext uri="{FF2B5EF4-FFF2-40B4-BE49-F238E27FC236}">
                <a16:creationId xmlns:a16="http://schemas.microsoft.com/office/drawing/2014/main" id="{A51E0F76-72A4-782D-ED70-A9113414B1E1}"/>
              </a:ext>
            </a:extLst>
          </p:cNvPr>
          <p:cNvSpPr/>
          <p:nvPr/>
        </p:nvSpPr>
        <p:spPr>
          <a:xfrm>
            <a:off x="308843" y="186849"/>
            <a:ext cx="8527942" cy="4372459"/>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13" name="Rectangle 12">
            <a:extLst>
              <a:ext uri="{FF2B5EF4-FFF2-40B4-BE49-F238E27FC236}">
                <a16:creationId xmlns:a16="http://schemas.microsoft.com/office/drawing/2014/main" id="{823D6C0F-3760-221A-58B0-373F887C597D}"/>
              </a:ext>
            </a:extLst>
          </p:cNvPr>
          <p:cNvSpPr/>
          <p:nvPr/>
        </p:nvSpPr>
        <p:spPr>
          <a:xfrm>
            <a:off x="454139" y="341831"/>
            <a:ext cx="8237349" cy="4062493"/>
          </a:xfrm>
          <a:prstGeom prst="rect">
            <a:avLst/>
          </a:prstGeom>
          <a:solidFill>
            <a:srgbClr val="126E2A"/>
          </a:solidFill>
          <a:ln>
            <a:solidFill>
              <a:srgbClr val="5E3019"/>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endParaRPr lang="en-GB">
              <a:cs typeface="Arial"/>
            </a:endParaRPr>
          </a:p>
        </p:txBody>
      </p:sp>
      <p:sp>
        <p:nvSpPr>
          <p:cNvPr id="15" name="Rectangle 14">
            <a:extLst>
              <a:ext uri="{FF2B5EF4-FFF2-40B4-BE49-F238E27FC236}">
                <a16:creationId xmlns:a16="http://schemas.microsoft.com/office/drawing/2014/main" id="{34DD5586-9CA2-0291-AA96-746F30109D29}"/>
              </a:ext>
            </a:extLst>
          </p:cNvPr>
          <p:cNvSpPr/>
          <p:nvPr/>
        </p:nvSpPr>
        <p:spPr>
          <a:xfrm>
            <a:off x="152268" y="4453526"/>
            <a:ext cx="8825434" cy="207555"/>
          </a:xfrm>
          <a:prstGeom prst="rect">
            <a:avLst/>
          </a:prstGeom>
          <a:solidFill>
            <a:srgbClr val="964C21"/>
          </a:solidFill>
          <a:ln>
            <a:solidFill>
              <a:srgbClr val="5E3019"/>
            </a:solidFill>
          </a:ln>
        </p:spPr>
        <p:style>
          <a:lnRef idx="0">
            <a:schemeClr val="dk1"/>
          </a:lnRef>
          <a:fillRef idx="3">
            <a:schemeClr val="dk1"/>
          </a:fillRef>
          <a:effectRef idx="3">
            <a:schemeClr val="dk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
        <p:nvSpPr>
          <p:cNvPr id="18" name="Google Shape;66;p15">
            <a:extLst>
              <a:ext uri="{FF2B5EF4-FFF2-40B4-BE49-F238E27FC236}">
                <a16:creationId xmlns:a16="http://schemas.microsoft.com/office/drawing/2014/main" id="{948E2F8C-293A-0341-2C95-74A57B647252}"/>
              </a:ext>
            </a:extLst>
          </p:cNvPr>
          <p:cNvSpPr txBox="1">
            <a:spLocks/>
          </p:cNvSpPr>
          <p:nvPr/>
        </p:nvSpPr>
        <p:spPr>
          <a:xfrm>
            <a:off x="462075" y="347042"/>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a:solidFill>
                  <a:schemeClr val="accent6">
                    <a:lumMod val="20000"/>
                    <a:lumOff val="80000"/>
                  </a:schemeClr>
                </a:solidFill>
                <a:latin typeface="Fairwater Script"/>
              </a:rPr>
              <a:t>Glossary</a:t>
            </a:r>
          </a:p>
        </p:txBody>
      </p:sp>
      <p:sp>
        <p:nvSpPr>
          <p:cNvPr id="22" name="Slide Number Placeholder 1">
            <a:extLst>
              <a:ext uri="{FF2B5EF4-FFF2-40B4-BE49-F238E27FC236}">
                <a16:creationId xmlns:a16="http://schemas.microsoft.com/office/drawing/2014/main" id="{85853A89-EFB0-4470-A6B5-C405B34C23AC}"/>
              </a:ext>
            </a:extLst>
          </p:cNvPr>
          <p:cNvSpPr txBox="1">
            <a:spLocks/>
          </p:cNvSpPr>
          <p:nvPr/>
        </p:nvSpPr>
        <p:spPr>
          <a:xfrm>
            <a:off x="8595439" y="4750027"/>
            <a:ext cx="548700" cy="3936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
              <a:pPr/>
              <a:t>46</a:t>
            </a:fld>
            <a:endParaRPr lang="en-GB"/>
          </a:p>
        </p:txBody>
      </p:sp>
      <p:sp>
        <p:nvSpPr>
          <p:cNvPr id="26" name="TextBox 25">
            <a:extLst>
              <a:ext uri="{FF2B5EF4-FFF2-40B4-BE49-F238E27FC236}">
                <a16:creationId xmlns:a16="http://schemas.microsoft.com/office/drawing/2014/main" id="{AE734279-E92A-B2D4-8BE2-DB2C2E755D49}"/>
              </a:ext>
            </a:extLst>
          </p:cNvPr>
          <p:cNvSpPr txBox="1"/>
          <p:nvPr/>
        </p:nvSpPr>
        <p:spPr>
          <a:xfrm>
            <a:off x="-1" y="4853608"/>
            <a:ext cx="38530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2"/>
                </a:solidFill>
                <a:latin typeface="Calibri"/>
              </a:rPr>
              <a:t>Team Emerald – Design Presentation</a:t>
            </a:r>
          </a:p>
        </p:txBody>
      </p:sp>
      <p:sp>
        <p:nvSpPr>
          <p:cNvPr id="20" name="Google Shape;67;p15">
            <a:extLst>
              <a:ext uri="{FF2B5EF4-FFF2-40B4-BE49-F238E27FC236}">
                <a16:creationId xmlns:a16="http://schemas.microsoft.com/office/drawing/2014/main" id="{1AAD276C-C48A-5020-F8E8-9538B7631CF9}"/>
              </a:ext>
            </a:extLst>
          </p:cNvPr>
          <p:cNvSpPr txBox="1">
            <a:spLocks/>
          </p:cNvSpPr>
          <p:nvPr/>
        </p:nvSpPr>
        <p:spPr>
          <a:xfrm>
            <a:off x="456384" y="985184"/>
            <a:ext cx="8231233" cy="3488741"/>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71450" indent="-171450">
              <a:lnSpc>
                <a:spcPct val="114999"/>
              </a:lnSpc>
              <a:buClr>
                <a:schemeClr val="accent6">
                  <a:lumMod val="20000"/>
                  <a:lumOff val="80000"/>
                </a:schemeClr>
              </a:buClr>
            </a:pPr>
            <a:r>
              <a:rPr lang="en-US" sz="1200">
                <a:solidFill>
                  <a:srgbClr val="FBFFD9"/>
                </a:solidFill>
                <a:latin typeface="Times New Roman"/>
                <a:ea typeface="Calibri"/>
                <a:cs typeface="Times New Roman"/>
              </a:rPr>
              <a:t>Artificial Intelligence (AI): Ability for a computer of machine to perform tasks that typically require human intelligence. Ex. Problem solving, languages, or understanding languages. </a:t>
            </a:r>
            <a:endParaRPr lang="en-US"/>
          </a:p>
          <a:p>
            <a:pPr marL="171450" indent="-171450">
              <a:lnSpc>
                <a:spcPct val="114999"/>
              </a:lnSpc>
              <a:buClr>
                <a:schemeClr val="accent6">
                  <a:lumMod val="20000"/>
                  <a:lumOff val="80000"/>
                </a:schemeClr>
              </a:buClr>
            </a:pPr>
            <a:r>
              <a:rPr lang="en-US" sz="1200">
                <a:solidFill>
                  <a:srgbClr val="FBFFD9"/>
                </a:solidFill>
                <a:latin typeface="Times New Roman"/>
                <a:ea typeface="Calibri"/>
                <a:cs typeface="Times New Roman"/>
              </a:rPr>
              <a:t>Canvas LMS: A learning management system used by educators to manage course content, assignments, and communication with students.</a:t>
            </a:r>
          </a:p>
          <a:p>
            <a:pPr marL="171450" indent="-171450">
              <a:lnSpc>
                <a:spcPct val="114999"/>
              </a:lnSpc>
              <a:buClr>
                <a:schemeClr val="accent6">
                  <a:lumMod val="20000"/>
                  <a:lumOff val="80000"/>
                </a:schemeClr>
              </a:buClr>
            </a:pPr>
            <a:r>
              <a:rPr lang="en-US" sz="1200">
                <a:solidFill>
                  <a:srgbClr val="FBFFD9"/>
                </a:solidFill>
                <a:latin typeface="Times New Roman"/>
                <a:ea typeface="Calibri"/>
                <a:cs typeface="Times New Roman"/>
              </a:rPr>
              <a:t>Challenge Mode: Setting that encourages learners to try on their own before getting help. It limits access to answers to encourage thinking through the assignment first. </a:t>
            </a:r>
            <a:endParaRPr lang="en-US">
              <a:solidFill>
                <a:srgbClr val="595959"/>
              </a:solidFill>
              <a:ea typeface="Calibri"/>
            </a:endParaRPr>
          </a:p>
          <a:p>
            <a:pPr marL="171450" indent="-171450">
              <a:lnSpc>
                <a:spcPct val="114999"/>
              </a:lnSpc>
              <a:buClr>
                <a:schemeClr val="accent6">
                  <a:lumMod val="20000"/>
                  <a:lumOff val="80000"/>
                </a:schemeClr>
              </a:buClr>
            </a:pPr>
            <a:r>
              <a:rPr lang="en-US" sz="1200">
                <a:solidFill>
                  <a:srgbClr val="FBFFD9"/>
                </a:solidFill>
                <a:latin typeface="Times New Roman"/>
                <a:ea typeface="Calibri"/>
                <a:cs typeface="Times New Roman"/>
              </a:rPr>
              <a:t>Guided prompts: Targeted questions or hints created to help students think critically and come up with their own solution. </a:t>
            </a:r>
          </a:p>
          <a:p>
            <a:pPr marL="171450" indent="-171450">
              <a:lnSpc>
                <a:spcPct val="114999"/>
              </a:lnSpc>
              <a:buClr>
                <a:schemeClr val="accent6">
                  <a:lumMod val="20000"/>
                  <a:lumOff val="80000"/>
                </a:schemeClr>
              </a:buClr>
            </a:pPr>
            <a:r>
              <a:rPr lang="en-US" sz="1200">
                <a:solidFill>
                  <a:srgbClr val="FBFFD9"/>
                </a:solidFill>
                <a:latin typeface="Times New Roman"/>
                <a:ea typeface="Calibri"/>
                <a:cs typeface="Times New Roman"/>
              </a:rPr>
              <a:t>Large Language Model (LLM): An advanced AI system trained on massive text datasets to understand and generate human-like language                               </a:t>
            </a:r>
          </a:p>
          <a:p>
            <a:pPr marL="171450" indent="-171450">
              <a:lnSpc>
                <a:spcPct val="114999"/>
              </a:lnSpc>
              <a:buClr>
                <a:schemeClr val="accent6">
                  <a:lumMod val="20000"/>
                  <a:lumOff val="80000"/>
                </a:schemeClr>
              </a:buClr>
            </a:pPr>
            <a:r>
              <a:rPr lang="en-US" sz="1200">
                <a:solidFill>
                  <a:srgbClr val="FBFFD9"/>
                </a:solidFill>
                <a:latin typeface="Times New Roman"/>
                <a:ea typeface="Calibri"/>
                <a:cs typeface="Times New Roman"/>
              </a:rPr>
              <a:t>MFCD (Modified Functionality Component Diagram): A diagram showing the major hardware and software components of the product and how they interact.</a:t>
            </a:r>
            <a:endParaRPr lang="en-US">
              <a:solidFill>
                <a:srgbClr val="595959"/>
              </a:solidFill>
              <a:ea typeface="Calibri"/>
            </a:endParaRPr>
          </a:p>
          <a:p>
            <a:pPr marL="171450" indent="-171450">
              <a:lnSpc>
                <a:spcPct val="114999"/>
              </a:lnSpc>
              <a:buClr>
                <a:schemeClr val="accent6">
                  <a:lumMod val="20000"/>
                  <a:lumOff val="80000"/>
                </a:schemeClr>
              </a:buClr>
            </a:pPr>
            <a:r>
              <a:rPr lang="en-US" sz="1200">
                <a:solidFill>
                  <a:srgbClr val="FBFFD9"/>
                </a:solidFill>
                <a:latin typeface="Times New Roman"/>
                <a:ea typeface="Calibri"/>
                <a:cs typeface="Times New Roman"/>
              </a:rPr>
              <a:t>Usage Tracking:</a:t>
            </a:r>
            <a:r>
              <a:rPr lang="en-US" sz="1200">
                <a:solidFill>
                  <a:srgbClr val="FBFFD9"/>
                </a:solidFill>
                <a:latin typeface="Aptos"/>
                <a:ea typeface="Calibri"/>
              </a:rPr>
              <a:t> </a:t>
            </a:r>
            <a:r>
              <a:rPr lang="en-US" sz="1200">
                <a:solidFill>
                  <a:srgbClr val="FBFFD9"/>
                </a:solidFill>
                <a:latin typeface="Times New Roman"/>
                <a:ea typeface="Calibri"/>
                <a:cs typeface="Times New Roman"/>
              </a:rPr>
              <a:t>The process of recording how users interact with the system, such as which features they use or how they engage with AI prompts.</a:t>
            </a:r>
            <a:endParaRPr lang="en-US">
              <a:solidFill>
                <a:srgbClr val="595959"/>
              </a:solidFill>
              <a:ea typeface="Calibri"/>
            </a:endParaRPr>
          </a:p>
          <a:p>
            <a:pPr marL="0" indent="0">
              <a:lnSpc>
                <a:spcPct val="100000"/>
              </a:lnSpc>
              <a:spcAft>
                <a:spcPts val="1200"/>
              </a:spcAft>
              <a:buFont typeface="Arial"/>
              <a:buNone/>
            </a:pPr>
            <a:endParaRPr lang="en-US">
              <a:solidFill>
                <a:srgbClr val="FBFFD9"/>
              </a:solidFill>
              <a:latin typeface="Calibri"/>
              <a:ea typeface="Calibri"/>
            </a:endParaRPr>
          </a:p>
        </p:txBody>
      </p:sp>
    </p:spTree>
    <p:extLst>
      <p:ext uri="{BB962C8B-B14F-4D97-AF65-F5344CB8AC3E}">
        <p14:creationId xmlns:p14="http://schemas.microsoft.com/office/powerpoint/2010/main" val="1991341504"/>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46</Slides>
  <Notes>37</Notes>
  <HiddenSlides>0</HiddenSlide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Simple Light</vt:lpstr>
      <vt:lpstr>EduSense</vt:lpstr>
      <vt:lpstr>Table of Contents</vt:lpstr>
      <vt:lpstr>PowerPoint Presentation</vt:lpstr>
      <vt:lpstr>Elevator Pitch</vt:lpstr>
      <vt:lpstr>The Societal Problem</vt:lpstr>
      <vt:lpstr>Problem Characteristics</vt:lpstr>
      <vt:lpstr>Current Process Flow</vt:lpstr>
      <vt:lpstr>Solution Statement</vt:lpstr>
      <vt:lpstr>Canvas Integration Overview </vt:lpstr>
      <vt:lpstr>Solution Process Flow</vt:lpstr>
      <vt:lpstr>What It Will Do</vt:lpstr>
      <vt:lpstr>What It Won't Do</vt:lpstr>
      <vt:lpstr>Competition Matrix</vt:lpstr>
      <vt:lpstr>Development Tools  </vt:lpstr>
      <vt:lpstr>Functional Components</vt:lpstr>
      <vt:lpstr>Admin Controls Example (ChatGPT)</vt:lpstr>
      <vt:lpstr>Gamification</vt:lpstr>
      <vt:lpstr>Major Functional Components Diagram</vt:lpstr>
      <vt:lpstr>Risks Overview</vt:lpstr>
      <vt:lpstr>Risks - Customer &amp; End User</vt:lpstr>
      <vt:lpstr>Risks - Technical</vt:lpstr>
      <vt:lpstr>Risks - Security</vt:lpstr>
      <vt:lpstr>Risks - Legal</vt:lpstr>
      <vt:lpstr>Work Breakdown Structure  </vt:lpstr>
      <vt:lpstr>Authentication Algorithm </vt:lpstr>
      <vt:lpstr>Authentication Algorithm - Continued</vt:lpstr>
      <vt:lpstr>Authentication Process Flow</vt:lpstr>
      <vt:lpstr>Assignment Management Algorithm  </vt:lpstr>
      <vt:lpstr>Assignment Management Process Flow</vt:lpstr>
      <vt:lpstr>Conversation History Algorithm  </vt:lpstr>
      <vt:lpstr>Conversation History Process Flow</vt:lpstr>
      <vt:lpstr>Prompt Engineering Algorithm   </vt:lpstr>
      <vt:lpstr>Prompt Engineering Process Flow</vt:lpstr>
      <vt:lpstr>Content Validation Algorithm  </vt:lpstr>
      <vt:lpstr>Content Validation Process Flow</vt:lpstr>
      <vt:lpstr>Database Schema </vt:lpstr>
      <vt:lpstr>PowerPoint Presentation</vt:lpstr>
      <vt:lpstr>PowerPoint Presentation</vt:lpstr>
      <vt:lpstr>PowerPoint Presentation</vt:lpstr>
      <vt:lpstr>PowerPoint Presentation</vt:lpstr>
      <vt:lpstr>PowerPoint Presentation</vt:lpstr>
      <vt:lpstr>Real World Product vs. Prototype</vt:lpstr>
      <vt:lpstr>Conclusion</vt:lpstr>
      <vt:lpstr>References</vt:lpstr>
      <vt:lpstr>Appendix</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2</cp:revision>
  <dcterms:modified xsi:type="dcterms:W3CDTF">2025-10-04T00:56:18Z</dcterms:modified>
</cp:coreProperties>
</file>